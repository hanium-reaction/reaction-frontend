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authors.xml" ContentType="application/vnd.ms-powerpoint.author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037260cec254a9e" /><Relationship Type="http://schemas.openxmlformats.org/officeDocument/2006/relationships/extended-properties" Target="/docProps/app.xml" Id="Rd69609de393845fc" /><Relationship Type="http://schemas.openxmlformats.org/officeDocument/2006/relationships/officeDocument" Target="/ppt/presentation.xml" Id="Rae9ae58f65534a1f" /></Relationships>
</file>

<file path=ppt/presentation.xml><?xml version="1.0" encoding="utf-8"?>
<p:presentation xmlns:p="http://schemas.openxmlformats.org/presentationml/2006/main">
  <p:sldMasterIdLst>
    <p:sldMasterId xmlns:r="http://schemas.openxmlformats.org/officeDocument/2006/relationships" id="2147483648" r:id="R5d5300bc97554c90"/>
  </p:sldMasterIdLst>
  <p:notesMasterIdLst>
    <p:notesMasterId xmlns:r="http://schemas.openxmlformats.org/officeDocument/2006/relationships" r:id="R0529c30ce52e4c61"/>
  </p:notesMasterIdLst>
  <p:sldIdLst>
    <p:sldId xmlns:r="http://schemas.openxmlformats.org/officeDocument/2006/relationships" id="256" r:id="R646ebe0f583843b7"/>
    <p:sldId xmlns:r="http://schemas.openxmlformats.org/officeDocument/2006/relationships" id="257" r:id="R6d10c7d055f14b47"/>
    <p:sldId xmlns:r="http://schemas.openxmlformats.org/officeDocument/2006/relationships" id="258" r:id="Re4fe0d14e6424050"/>
    <p:sldId xmlns:r="http://schemas.openxmlformats.org/officeDocument/2006/relationships" id="259" r:id="Rc8b6eca99b04432f"/>
    <p:sldId xmlns:r="http://schemas.openxmlformats.org/officeDocument/2006/relationships" id="260" r:id="R5de5adcce437444e"/>
    <p:sldId xmlns:r="http://schemas.openxmlformats.org/officeDocument/2006/relationships" id="261" r:id="Rd3af11777fc5439e"/>
    <p:sldId xmlns:r="http://schemas.openxmlformats.org/officeDocument/2006/relationships" id="262" r:id="Raedd099e9de945c6"/>
    <p:sldId xmlns:r="http://schemas.openxmlformats.org/officeDocument/2006/relationships" id="263" r:id="Rddfcbc34e7a54a66"/>
    <p:sldId xmlns:r="http://schemas.openxmlformats.org/officeDocument/2006/relationships" id="264" r:id="R6dc01be3338945cb"/>
    <p:sldId xmlns:r="http://schemas.openxmlformats.org/officeDocument/2006/relationships" id="265" r:id="R22754592fd604c47"/>
    <p:sldId xmlns:r="http://schemas.openxmlformats.org/officeDocument/2006/relationships" id="266" r:id="R7e4c2c9afb174694"/>
    <p:sldId xmlns:r="http://schemas.openxmlformats.org/officeDocument/2006/relationships" id="267" r:id="R14b33bec80614113"/>
    <p:sldId xmlns:r="http://schemas.openxmlformats.org/officeDocument/2006/relationships" id="268" r:id="R60d50a0671ae4a7b"/>
    <p:sldId xmlns:r="http://schemas.openxmlformats.org/officeDocument/2006/relationships" id="269" r:id="Re9028c1a315f4565"/>
  </p:sldIdLst>
  <p:sldSz cx="9144000" cy="6858000"/>
  <p:notesSz cx="6858000" cy="9144000"/>
</p:presentation>
</file>

<file path=ppt/authors.xml><?xml version="1.0" encoding="utf-8"?>
<p188:authorLst xmlns:p188="http://schemas.microsoft.com/office/powerpoint/2018/8/main">
  <p188:author id="{71E8E911-0CB3-8B38-B243-BD927FA74830}" name="이 상민" initials="상이" userId="S::lsm@fkiims.onmicrosoft.com::64505b25-1d12-486c-9a86-910d06e20881" providerId="AD"/>
</p188:authorLst>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스타일 없음, 눈금 없음">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E25E649-3F16-4E02-A733-19D2CDBF48F0}" styleName="보통 스타일 3 - 강조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3B4B98B0-60AC-42C2-AFA5-B58CD77FA1E5}" styleName="밝은 스타일 1 - 강조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efeb0eafcafc4a06" /><Relationship Type="http://schemas.openxmlformats.org/officeDocument/2006/relationships/slideMaster" Target="/ppt/slideMasters/slideMaster1.xml" Id="R5d5300bc97554c90" /><Relationship Type="http://schemas.openxmlformats.org/officeDocument/2006/relationships/notesMaster" Target="/ppt/notesMasters/notesMaster1.xml" Id="R0529c30ce52e4c61" /><Relationship Type="http://schemas.openxmlformats.org/officeDocument/2006/relationships/presProps" Target="/ppt/presProps.xml" Id="R10384a5b34194979" /><Relationship Type="http://schemas.openxmlformats.org/officeDocument/2006/relationships/viewProps" Target="/ppt/viewProps.xml" Id="R947122ef77d64124" /><Relationship Type="http://schemas.openxmlformats.org/officeDocument/2006/relationships/tableStyles" Target="/ppt/tableStyles.xml" Id="R4b87fcdb4b504e47" /><Relationship Type="http://schemas.microsoft.com/office/2018/10/relationships/authors" Target="/ppt/authors.xml" Id="R5f4c82a735c84d60" /><Relationship Type="http://schemas.openxmlformats.org/officeDocument/2006/relationships/slide" Target="/ppt/slides/slide1.xml" Id="R646ebe0f583843b7" /><Relationship Type="http://schemas.openxmlformats.org/officeDocument/2006/relationships/slide" Target="/ppt/slides/slide2.xml" Id="R6d10c7d055f14b47" /><Relationship Type="http://schemas.openxmlformats.org/officeDocument/2006/relationships/slide" Target="/ppt/slides/slide3.xml" Id="Re4fe0d14e6424050" /><Relationship Type="http://schemas.openxmlformats.org/officeDocument/2006/relationships/slide" Target="/ppt/slides/slide4.xml" Id="Rc8b6eca99b04432f" /><Relationship Type="http://schemas.openxmlformats.org/officeDocument/2006/relationships/slide" Target="/ppt/slides/slide5.xml" Id="R5de5adcce437444e" /><Relationship Type="http://schemas.openxmlformats.org/officeDocument/2006/relationships/slide" Target="/ppt/slides/slide6.xml" Id="Rd3af11777fc5439e" /><Relationship Type="http://schemas.openxmlformats.org/officeDocument/2006/relationships/slide" Target="/ppt/slides/slide7.xml" Id="Raedd099e9de945c6" /><Relationship Type="http://schemas.openxmlformats.org/officeDocument/2006/relationships/slide" Target="/ppt/slides/slide8.xml" Id="Rddfcbc34e7a54a66" /><Relationship Type="http://schemas.openxmlformats.org/officeDocument/2006/relationships/slide" Target="/ppt/slides/slide9.xml" Id="R6dc01be3338945cb" /><Relationship Type="http://schemas.openxmlformats.org/officeDocument/2006/relationships/slide" Target="/ppt/slides/slide10.xml" Id="R22754592fd604c47" /><Relationship Type="http://schemas.openxmlformats.org/officeDocument/2006/relationships/slide" Target="/ppt/slides/slide11.xml" Id="R7e4c2c9afb174694" /><Relationship Type="http://schemas.openxmlformats.org/officeDocument/2006/relationships/slide" Target="/ppt/slides/slide12.xml" Id="R14b33bec80614113" /><Relationship Type="http://schemas.openxmlformats.org/officeDocument/2006/relationships/slide" Target="/ppt/slides/slide13.xml" Id="R60d50a0671ae4a7b" /><Relationship Type="http://schemas.openxmlformats.org/officeDocument/2006/relationships/slide" Target="/ppt/slides/slide14.xml" Id="Re9028c1a315f456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73537d26947468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8e60ee6afa04e9b" /><Relationship Type="http://schemas.openxmlformats.org/officeDocument/2006/relationships/notesMaster" Target="/ppt/notesMasters/notesMaster1.xml" Id="R05951853216c45f3" /></Relationships>
</file>

<file path=ppt/notesSlides/_rels/notesSlide2.xml.rels>&#65279;<?xml version="1.0" encoding="utf-8"?><Relationships xmlns="http://schemas.openxmlformats.org/package/2006/relationships"><Relationship Type="http://schemas.openxmlformats.org/officeDocument/2006/relationships/slide" Target="/ppt/slides/slide2.xml" Id="R5f389ef4b9944e37" /><Relationship Type="http://schemas.openxmlformats.org/officeDocument/2006/relationships/notesMaster" Target="/ppt/notesMasters/notesMaster1.xml" Id="R7a492e2106804268" /></Relationships>
</file>

<file path=ppt/notesSlides/_rels/notesSlide3.xml.rels>&#65279;<?xml version="1.0" encoding="utf-8"?><Relationships xmlns="http://schemas.openxmlformats.org/package/2006/relationships"><Relationship Type="http://schemas.openxmlformats.org/officeDocument/2006/relationships/slide" Target="/ppt/slides/slide3.xml" Id="R8f73ba9e23cf43cf" /><Relationship Type="http://schemas.openxmlformats.org/officeDocument/2006/relationships/notesMaster" Target="/ppt/notesMasters/notesMaster1.xml" Id="R51efd21603114e19" /></Relationships>
</file>

<file path=ppt/notesSlides/_rels/notesSlide4.xml.rels>&#65279;<?xml version="1.0" encoding="utf-8"?><Relationships xmlns="http://schemas.openxmlformats.org/package/2006/relationships"><Relationship Type="http://schemas.openxmlformats.org/officeDocument/2006/relationships/slide" Target="/ppt/slides/slide4.xml" Id="R0a831beb2cd64455" /><Relationship Type="http://schemas.openxmlformats.org/officeDocument/2006/relationships/notesMaster" Target="/ppt/notesMasters/notesMaster1.xml" Id="Rf8eacb2d67a54194" /></Relationships>
</file>

<file path=ppt/notesSlides/_rels/notesSlide5.xml.rels>&#65279;<?xml version="1.0" encoding="utf-8"?><Relationships xmlns="http://schemas.openxmlformats.org/package/2006/relationships"><Relationship Type="http://schemas.openxmlformats.org/officeDocument/2006/relationships/slide" Target="/ppt/slides/slide5.xml" Id="Raddad3cdb7b54a5b" /><Relationship Type="http://schemas.openxmlformats.org/officeDocument/2006/relationships/notesMaster" Target="/ppt/notesMasters/notesMaster1.xml" Id="R7144f45360ad4774" /></Relationships>
</file>

<file path=ppt/notesSlides/_rels/notesSlide6.xml.rels>&#65279;<?xml version="1.0" encoding="utf-8"?><Relationships xmlns="http://schemas.openxmlformats.org/package/2006/relationships"><Relationship Type="http://schemas.openxmlformats.org/officeDocument/2006/relationships/slide" Target="/ppt/slides/slide6.xml" Id="R83cb815ecab24fa9" /><Relationship Type="http://schemas.openxmlformats.org/officeDocument/2006/relationships/notesMaster" Target="/ppt/notesMasters/notesMaster1.xml" Id="Rd1b282b2f31a464a" /></Relationships>
</file>

<file path=ppt/notesSlides/_rels/notesSlide7.xml.rels>&#65279;<?xml version="1.0" encoding="utf-8"?><Relationships xmlns="http://schemas.openxmlformats.org/package/2006/relationships"><Relationship Type="http://schemas.openxmlformats.org/officeDocument/2006/relationships/slide" Target="/ppt/slides/slide7.xml" Id="R9132044c6a5f4df2" /><Relationship Type="http://schemas.openxmlformats.org/officeDocument/2006/relationships/notesMaster" Target="/ppt/notesMasters/notesMaster1.xml" Id="Rf6417c80ceb54d8c" /></Relationships>
</file>

<file path=ppt/notesSlides/_rels/notesSlide8.xml.rels>&#65279;<?xml version="1.0" encoding="utf-8"?><Relationships xmlns="http://schemas.openxmlformats.org/package/2006/relationships"><Relationship Type="http://schemas.openxmlformats.org/officeDocument/2006/relationships/slide" Target="/ppt/slides/slide8.xml" Id="R619adf09b8c944c0" /><Relationship Type="http://schemas.openxmlformats.org/officeDocument/2006/relationships/notesMaster" Target="/ppt/notesMasters/notesMaster1.xml" Id="Rf57da6e96a7f41bc" /></Relationships>
</file>

<file path=ppt/notesSlides/_rels/notesSlide9.xml.rels>&#65279;<?xml version="1.0" encoding="utf-8"?><Relationships xmlns="http://schemas.openxmlformats.org/package/2006/relationships"><Relationship Type="http://schemas.openxmlformats.org/officeDocument/2006/relationships/slide" Target="/ppt/slides/slide9.xml" Id="Raaea694bb0084063" /><Relationship Type="http://schemas.openxmlformats.org/officeDocument/2006/relationships/notesMaster" Target="/ppt/notesMasters/notesMaster1.xml" Id="R07907569a16e481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4472014c37945c1" /><Relationship Type="http://schemas.openxmlformats.org/officeDocument/2006/relationships/notesMaster" Target="/ppt/notesMasters/notesMaster1.xml" Id="Rd6a2e76bd7ba434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4780b517f1846ca" /><Relationship Type="http://schemas.openxmlformats.org/officeDocument/2006/relationships/notesMaster" Target="/ppt/notesMasters/notesMaster1.xml" Id="Ra3bd4630b7ed4a7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f070882fee5488e" /><Relationship Type="http://schemas.openxmlformats.org/officeDocument/2006/relationships/notesMaster" Target="/ppt/notesMasters/notesMaster1.xml" Id="R43a1f9faeb74442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4da566ee5d447a0" /><Relationship Type="http://schemas.openxmlformats.org/officeDocument/2006/relationships/notesMaster" Target="/ppt/notesMasters/notesMaster1.xml" Id="Rbcf6242fb0d748e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62be249c7e54a62" /><Relationship Type="http://schemas.openxmlformats.org/officeDocument/2006/relationships/notesMaster" Target="/ppt/notesMasters/notesMaster1.xml" Id="R41edef0edbf3457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코드 기준: origin/main 9407c9d, 2026-09-05 확인.</a:t>
            </a:r>
          </a:p>
          <a:p xmlns:a="http://schemas.openxmlformats.org/drawingml/2006/main">
            <a:r>
              <a:t>범위: 프론트엔드의 화면과 사용자 동작, 입력과 실행 기록 처리.</a:t>
            </a:r>
          </a:p>
          <a:p xmlns:a="http://schemas.openxmlformats.org/drawingml/2006/main">
            <a:r>
              <a:t>https://github.com/hanium-reaction/reaction-frontend/blob/9407c9d/src/app/ReActionMerged.tsx</a:t>
            </a:r>
          </a:p>
          <a:p xmlns:a="http://schemas.openxmlformats.org/drawingml/2006/main">
            <a:r>
              <a:t>화면의 일정과 수치는 시연용 예시이며 실제 사용자 개인정보를 포함하지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프론트엔드 기준: 9d02ef2. 백엔드 기준: 4053c0f301953d461901aa83f096aee7ed23a6b9. 확인일: 2026-09-06.</a:t>
            </a:r>
          </a:p>
          <a:p xmlns:a="http://schemas.openxmlformats.org/drawingml/2006/main">
            <a:r>
              <a:t>https://github.com/hanium-reaction/reaction-frontend/blob/9d02ef2/src/app/ReActionMerged.tsx</a:t>
            </a:r>
          </a:p>
          <a:p xmlns:a="http://schemas.openxmlformats.org/drawingml/2006/main">
            <a:r>
              <a:t>https://github.com/hanium-reaction/reaction-frontend/blob/9d02ef2/src/screens/RecoveredScreen.tsx</a:t>
            </a:r>
          </a:p>
          <a:p xmlns:a="http://schemas.openxmlformats.org/drawingml/2006/main">
            <a:r>
              <a:t>https://github.com/hanium-reaction/reaction-backend/blob/4053c0f301953d461901aa83f096aee7ed23a6b9/src/reaction_backend/api/routes/recovery.py</a:t>
            </a:r>
          </a:p>
          <a:p xmlns:a="http://schemas.openxmlformats.org/drawingml/2006/main">
            <a:r>
              <a:t>주 경로는 분량 줄이기 또는 내일 이어 하기로 새 회복 할 일을 만든 경우다. 회복안을 선택한 것과 시간표에 배치한 것은 다르다. 시간 변경은 주간 계획에서 직접 마무리하며, 보류는 새 일정을 만들지 않는다. 주간 리뷰는 한 주 단위로 이용한다. 남은 가용 시간을 전략 선택에 직접 넣는 것은 설계 목표이며, 현재 구현 차이는 14쪽에 명시한다.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코드 기준: origin/main 9d02ef2, 2026-09-05.</a:t>
            </a:r>
          </a:p>
          <a:p xmlns:a="http://schemas.openxmlformats.org/drawingml/2006/main">
            <a:r>
              <a:t>https://github.com/hanium-reaction/reaction-frontend/blob/9d02ef2/src/app/DesktopSidebar.tsx</a:t>
            </a:r>
          </a:p>
          <a:p xmlns:a="http://schemas.openxmlformats.org/drawingml/2006/main">
            <a:r>
              <a:t>https://github.com/hanium-reaction/reaction-frontend/blob/9d02ef2/src/screens/TodayScreen.tsx</a:t>
            </a:r>
          </a:p>
          <a:p xmlns:a="http://schemas.openxmlformats.org/drawingml/2006/main">
            <a:r>
              <a:t>https://github.com/hanium-reaction/reaction-frontend/blob/9d02ef2/src/app/ReActionMerged.tsx</a:t>
            </a:r>
          </a:p>
          <a:p xmlns:a="http://schemas.openxmlformats.org/drawingml/2006/main">
            <a:r>
              <a:t>선은 메뉴와 하위 화면의 관계를 나타낸다. 모바일의 목표 관리와 설정은 오늘 상단 더보기에서 접근한다. 저녁 체크인은 오늘 화면의 독립 동작이다. 주간 리뷰는 주간 탭 안의 전환 화면이다. 하위 화면에서 발생하는 결과 화면은 주요 메뉴의 소속 기능으로 묶었다. 실제 앱 색상과 캡처는 각 사용 흐름 페이지에서 확인한다.</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프론트엔드 기준: 9d02ef2. 백엔드 기준: 4053c0f301953d461901aa83f096aee7ed23a6b9. 확인일: 2026-09-06.</a:t>
            </a:r>
          </a:p>
          <a:p xmlns:a="http://schemas.openxmlformats.org/drawingml/2006/main">
            <a:r>
              <a:t>https://github.com/hanium-reaction/reaction-frontend/blob/9d02ef2/src/screens/GoalIntakeScreen.tsx</a:t>
            </a:r>
          </a:p>
          <a:p xmlns:a="http://schemas.openxmlformats.org/drawingml/2006/main">
            <a:r>
              <a:t>https://github.com/hanium-reaction/reaction-frontend/blob/9d02ef2/src/screens/GoalClassificationScreen.tsx</a:t>
            </a:r>
          </a:p>
          <a:p xmlns:a="http://schemas.openxmlformats.org/drawingml/2006/main">
            <a:r>
              <a:t>https://github.com/hanium-reaction/reaction-frontend/blob/9d02ef2/src/app/ReActionMerged.tsx</a:t>
            </a:r>
          </a:p>
          <a:p xmlns:a="http://schemas.openxmlformats.org/drawingml/2006/main">
            <a:r>
              <a:t>실제 UI, 시연용 예시 데이터. 목표별 인터뷰와 장기적인 궁극적 목표 인터뷰는 별개다. 이번 주 계획은 집중/유지 목표를 대상으로 하며 보류 목표는 제외한다.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프론트엔드 기준: 9d02ef2. 백엔드 기준: 4053c0f301953d461901aa83f096aee7ed23a6b9. 확인일: 2026-09-06.</a:t>
            </a:r>
          </a:p>
          <a:p xmlns:a="http://schemas.openxmlformats.org/drawingml/2006/main">
            <a:r>
              <a:t>https://github.com/hanium-reaction/reaction-frontend/blob/9d02ef2/src/screens/WeeklyPlanGenerationScreen.tsx</a:t>
            </a:r>
          </a:p>
          <a:p xmlns:a="http://schemas.openxmlformats.org/drawingml/2006/main">
            <a:r>
              <a:t>https://github.com/hanium-reaction/reaction-frontend/blob/9d02ef2/src/app/ReActionMerged.tsx</a:t>
            </a:r>
          </a:p>
          <a:p xmlns:a="http://schemas.openxmlformats.org/drawingml/2006/main">
            <a:r>
              <a:t>실제 UI, 시연용 예시 데이터. 생활 시간/고정 일정, 큰 단계 확인, 자료 검색은 계획 생성을 돕는 입력 단계다. 초안 생성과 승인 API를 분리한다.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프론트엔드 기준: 9d02ef2. 백엔드 기준: 4053c0f301953d461901aa83f096aee7ed23a6b9. 확인일: 2026-09-06.</a:t>
            </a:r>
          </a:p>
          <a:p xmlns:a="http://schemas.openxmlformats.org/drawingml/2006/main">
            <a:r>
              <a:t>https://github.com/hanium-reaction/reaction-frontend/blob/9d02ef2/src/screens/TodayScreen.tsx</a:t>
            </a:r>
          </a:p>
          <a:p xmlns:a="http://schemas.openxmlformats.org/drawingml/2006/main">
            <a:r>
              <a:t>https://github.com/hanium-reaction/reaction-frontend/blob/9d02ef2/src/screens/FocusScreen.tsx</a:t>
            </a:r>
          </a:p>
          <a:p xmlns:a="http://schemas.openxmlformats.org/drawingml/2006/main">
            <a:r>
              <a:t>https://github.com/hanium-reaction/reaction-frontend/blob/9d02ef2/src/app/ReActionMerged.tsx</a:t>
            </a:r>
          </a:p>
          <a:p xmlns:a="http://schemas.openxmlformats.org/drawingml/2006/main">
            <a:r>
              <a:t>9d02ef2 실제 UI, API 응답은 시연용 가상 데이터. 일시정지는 실패와 다르다. 결과 저장 시 같은 executionId를 사용한다.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프론트엔드 기준: 9d02ef2. 백엔드 기준: 4053c0f301953d461901aa83f096aee7ed23a6b9. 확인일: 2026-09-06.</a:t>
            </a:r>
          </a:p>
          <a:p xmlns:a="http://schemas.openxmlformats.org/drawingml/2006/main">
            <a:r>
              <a:t>https://github.com/hanium-reaction/reaction-frontend/blob/9d02ef2/src/screens/FocusScreen.tsx</a:t>
            </a:r>
          </a:p>
          <a:p xmlns:a="http://schemas.openxmlformats.org/drawingml/2006/main">
            <a:r>
              <a:t>https://github.com/hanium-reaction/reaction-frontend/blob/9d02ef2/src/app/ReActionMerged.tsx</a:t>
            </a:r>
          </a:p>
          <a:p xmlns:a="http://schemas.openxmlformats.org/drawingml/2006/main">
            <a:r>
              <a:t>https://github.com/hanium-reaction/reaction-backend/blob/4053c0f301953d461901aa83f096aee7ed23a6b9/src/reaction_backend/api/routes/recovery.py</a:t>
            </a:r>
          </a:p>
          <a:p xmlns:a="http://schemas.openxmlformats.org/drawingml/2006/main">
            <a:r>
              <a:t>9d02ef2 실제 UI, API 시연용 가상 응답. ① 중단 결과 선택, ② 실패 사유 선택을 같은 실행의 연속 화면으로 캡처했다. failureTags 1~2개, 메모 최대 300자. 실행 결과와 실패 원인을 먼저 저장한 다음 회복안을 요청한다.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프론트엔드 기준: 9d02ef2. 백엔드 기준: 4053c0f301953d461901aa83f096aee7ed23a6b9. 확인일: 2026-09-06.</a:t>
            </a:r>
          </a:p>
          <a:p xmlns:a="http://schemas.openxmlformats.org/drawingml/2006/main">
            <a:r>
              <a:t>https://github.com/hanium-reaction/reaction-frontend/blob/9d02ef2/src/screens/RecoveryScreen.tsx</a:t>
            </a:r>
          </a:p>
          <a:p xmlns:a="http://schemas.openxmlformats.org/drawingml/2006/main">
            <a:r>
              <a:t>https://github.com/hanium-reaction/reaction-frontend/blob/9d02ef2/src/lib/api.ts</a:t>
            </a:r>
          </a:p>
          <a:p xmlns:a="http://schemas.openxmlformats.org/drawingml/2006/main">
            <a:r>
              <a:t>https://github.com/hanium-reaction/reaction-backend/blob/4053c0f301953d461901aa83f096aee7ed23a6b9/src/reaction_backend/api/routes/recovery.py</a:t>
            </a:r>
          </a:p>
          <a:p xmlns:a="http://schemas.openxmlformats.org/drawingml/2006/main">
            <a:r>
              <a:t>https://github.com/hanium-reaction/reaction-backend/blob/4053c0f301953d461901aa83f096aee7ed23a6b9/src/reaction_backend/orchestrator/recovery.py</a:t>
            </a:r>
          </a:p>
          <a:p xmlns:a="http://schemas.openxmlformats.org/drawingml/2006/main">
            <a:r>
              <a:t>9d02ef2 실제 UI, 시연용 예시 데이터. 회복안 수는 상황에 따라 2~4개다. 규칙이 전략을 고르고 LLM은 선두 카드의 문구를 구체화한다. 남은 가용 시간을 입력으로 받아 회복 전략을 고르는 로직은 아직 연결되지 않았다. 원본 예상 시간에 따른 분량 계산과 현재 시각을 반영한 시간 제안은 선택 후 리플랜에서 수행한다.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프론트엔드 기준: 9d02ef2. 백엔드 기준: 4053c0f301953d461901aa83f096aee7ed23a6b9. 확인일: 2026-09-06.</a:t>
            </a:r>
          </a:p>
          <a:p xmlns:a="http://schemas.openxmlformats.org/drawingml/2006/main">
            <a:r>
              <a:t>https://github.com/hanium-reaction/reaction-frontend/blob/9d02ef2/src/screens/RecoveredScreen.tsx</a:t>
            </a:r>
          </a:p>
          <a:p xmlns:a="http://schemas.openxmlformats.org/drawingml/2006/main">
            <a:r>
              <a:t>https://github.com/hanium-reaction/reaction-frontend/blob/9d02ef2/src/screens/RecoveryScreen.tsx</a:t>
            </a:r>
          </a:p>
          <a:p xmlns:a="http://schemas.openxmlformats.org/drawingml/2006/main">
            <a:r>
              <a:t>https://github.com/hanium-reaction/reaction-frontend/blob/9d02ef2/src/app/ReActionMerged.tsx</a:t>
            </a:r>
          </a:p>
          <a:p xmlns:a="http://schemas.openxmlformats.org/drawingml/2006/main">
            <a:r>
              <a:t>https://github.com/hanium-reaction/reaction-backend/blob/4053c0f301953d461901aa83f096aee7ed23a6b9/src/reaction_backend/api/routes/recovery.py</a:t>
            </a:r>
          </a:p>
          <a:p xmlns:a="http://schemas.openxmlformats.org/drawingml/2006/main">
            <a:r>
              <a:t>https://github.com/hanium-reaction/reaction-backend/blob/4053c0f301953d461901aa83f096aee7ed23a6b9/src/reaction_backend/orchestrator/recovery.py</a:t>
            </a:r>
          </a:p>
          <a:p xmlns:a="http://schemas.openxmlformats.org/drawingml/2006/main">
            <a:r>
              <a:t>9d02ef2 실제 UI, 시연용 예시 데이터. resultingActionItemId가 있는 DOWNSCOPE/CARRY_OVER 경로는 GET /replan/{executionId}로 before/after를 받고, POST /replan/{executionId}/approve 성공 뒤 onDone으로 이동한다. 실제 diff가 없으면 승인 버튼을 막는다. 수락 시 회복 ActionItem은 생길 수 있으나 scheduled_block은 승인 시에만 배치한다. RESCHEDULE은 주간 편집에서 직접 시간을 고친다. PARK는 새 일정 없이 선택만 저장한다. 승인 재시도는 같은 키를 쓰고 서버는 기존 블록을 재사용한다.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프론트엔드 기준: 9d02ef2. 백엔드 기준: 4053c0f301953d461901aa83f096aee7ed23a6b9. 확인일: 2026-09-06.</a:t>
            </a:r>
          </a:p>
          <a:p xmlns:a="http://schemas.openxmlformats.org/drawingml/2006/main">
            <a:r>
              <a:t>https://github.com/hanium-reaction/reaction-frontend/blob/9d02ef2/src/screens/WeeklyCalendarScreen.tsx</a:t>
            </a:r>
          </a:p>
          <a:p xmlns:a="http://schemas.openxmlformats.org/drawingml/2006/main">
            <a:r>
              <a:t>https://github.com/hanium-reaction/reaction-frontend/blob/9d02ef2/src/screens/WeeklyReviewScreen.tsx</a:t>
            </a:r>
          </a:p>
          <a:p xmlns:a="http://schemas.openxmlformats.org/drawingml/2006/main">
            <a:r>
              <a:t>실제 UI, 시연용 예시 데이터. 주간 통계 표시, 주간 달력 직접 수정, 최근 3주 습관 기록과 조정 제안을 구분한다. openNextCycle은 이전 인터뷰/마일스톤 상태를 비우고 기존 주간 초안 확인 화면으로 이동한다. 현재 다음 주기 초안을 여는 동작이 있으므로 기존의 다음 2주 흐름 전체가 미완성이라는 표현을 사용하지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프론트엔드 기준: 9d02ef2. 백엔드 기준: 4053c0f301953d461901aa83f096aee7ed23a6b9. 확인일: 2026-09-06.</a:t>
            </a:r>
          </a:p>
          <a:p xmlns:a="http://schemas.openxmlformats.org/drawingml/2006/main">
            <a:r>
              <a:t>https://github.com/hanium-reaction/reaction-frontend/blob/9d02ef2/src/app/ReActionMerged.tsx</a:t>
            </a:r>
          </a:p>
          <a:p xmlns:a="http://schemas.openxmlformats.org/drawingml/2006/main">
            <a:r>
              <a:t>https://github.com/hanium-reaction/reaction-frontend/blob/9d02ef2/src/screens/FocusScreen.tsx</a:t>
            </a:r>
          </a:p>
          <a:p xmlns:a="http://schemas.openxmlformats.org/drawingml/2006/main">
            <a:r>
              <a:t>https://github.com/hanium-reaction/reaction-frontend/blob/9d02ef2/src/screens/RecoveryScreen.tsx</a:t>
            </a:r>
          </a:p>
          <a:p xmlns:a="http://schemas.openxmlformats.org/drawingml/2006/main">
            <a:r>
              <a:t>https://github.com/hanium-reaction/reaction-frontend/blob/9d02ef2/src/screens/RecoveredScreen.tsx</a:t>
            </a:r>
          </a:p>
          <a:p xmlns:a="http://schemas.openxmlformats.org/drawingml/2006/main">
            <a:r>
              <a:t>https://github.com/hanium-reaction/reaction-backend/blob/4053c0f301953d461901aa83f096aee7ed23a6b9/src/reaction_backend/api/routes/recovery.py</a:t>
            </a:r>
          </a:p>
          <a:p xmlns:a="http://schemas.openxmlformats.org/drawingml/2006/main">
            <a:r>
              <a:t>UC-05는 새 회복 할 일이 생긴 경우의 일정 배치 경로다. 시간 변경은 주간 계획에서 직접 수정하며 보류는 별도 배치가 없다. 원래 존재하던 같은 중요도의 보조 유즈케이스는 보조 기능 페이지에서 설명한다.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프론트엔드 기준: 9d02ef2. 백엔드 기준: 4053c0f301953d461901aa83f096aee7ed23a6b9. 확인일: 2026-09-06.</a:t>
            </a:r>
          </a:p>
          <a:p xmlns:a="http://schemas.openxmlformats.org/drawingml/2006/main">
            <a:r>
              <a:t>https://github.com/hanium-reaction/reaction-frontend/blob/9d02ef2/src/screens/InboxScreen.tsx</a:t>
            </a:r>
          </a:p>
          <a:p xmlns:a="http://schemas.openxmlformats.org/drawingml/2006/main">
            <a:r>
              <a:t>https://github.com/hanium-reaction/reaction-frontend/blob/9d02ef2/src/screens/UltimateGoalInterviewScreen.tsx</a:t>
            </a:r>
          </a:p>
          <a:p xmlns:a="http://schemas.openxmlformats.org/drawingml/2006/main">
            <a:r>
              <a:t>https://github.com/hanium-reaction/reaction-frontend/blob/9d02ef2/src/app/ReActionMerged.tsx</a:t>
            </a:r>
          </a:p>
          <a:p xmlns:a="http://schemas.openxmlformats.org/drawingml/2006/main">
            <a:r>
              <a:t>기존 실제 UI 캡처를 유지했다. 화면 데이터는 시연용 가상 데이터다. 인박스는 메모 보관, 목표/할 일 전환, 자료의 단계 채택을 돕는다. 궁극적 목표 인터뷰와 만다라트는 장기적인 방향을 구체화하는 선택 기능이다. 중심 목표 1개, 하위 8개 영역, 영역당 최대 8개 행동을 다룬다.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프론트엔드 기준: 9d02ef2. 백엔드 기준: 4053c0f301953d461901aa83f096aee7ed23a6b9. 확인일: 2026-09-06.</a:t>
            </a:r>
          </a:p>
          <a:p xmlns:a="http://schemas.openxmlformats.org/drawingml/2006/main">
            <a:r>
              <a:t>https://github.com/hanium-reaction/reaction-frontend/blob/9d02ef2/src/screens/RecoveredScreen.tsx</a:t>
            </a:r>
          </a:p>
          <a:p xmlns:a="http://schemas.openxmlformats.org/drawingml/2006/main">
            <a:r>
              <a:t>https://github.com/hanium-reaction/reaction-frontend/blob/9d02ef2/src/screens/RecoveryScreen.tsx</a:t>
            </a:r>
          </a:p>
          <a:p xmlns:a="http://schemas.openxmlformats.org/drawingml/2006/main">
            <a:r>
              <a:t>https://github.com/hanium-reaction/reaction-frontend/blob/9d02ef2/src/app/ReActionMerged.tsx</a:t>
            </a:r>
          </a:p>
          <a:p xmlns:a="http://schemas.openxmlformats.org/drawingml/2006/main">
            <a:r>
              <a:t>https://github.com/hanium-reaction/reaction-backend/blob/4053c0f301953d461901aa83f096aee7ed23a6b9/src/reaction_backend/api/routes/recovery.py</a:t>
            </a:r>
          </a:p>
          <a:p xmlns:a="http://schemas.openxmlformats.org/drawingml/2006/main">
            <a:r>
              <a:t>선택 응답의 resultingActionItemId로 승인 필요 여부를 판정한다. 승인에는 executionId 기반의 Idempotency-Key를 쓴다. 서버는 기존 scheduled_block을 찾아 재사용한다. 순수한 시간 변경과 보류의 예외는 9쪽에 명시한다.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프론트엔드 기준: 9d02ef2. 백엔드 기준: 4053c0f301953d461901aa83f096aee7ed23a6b9. 확인일: 2026-09-06.</a:t>
            </a:r>
          </a:p>
          <a:p xmlns:a="http://schemas.openxmlformats.org/drawingml/2006/main">
            <a:r>
              <a:t>https://github.com/hanium-reaction/reaction-frontend/blob/9d02ef2/src/screens/SettingsScreen.tsx</a:t>
            </a:r>
          </a:p>
          <a:p xmlns:a="http://schemas.openxmlformats.org/drawingml/2006/main">
            <a:r>
              <a:t>https://github.com/hanium-reaction/reaction-frontend/blob/9d02ef2/src/screens/SetupScreen.tsx</a:t>
            </a:r>
          </a:p>
          <a:p xmlns:a="http://schemas.openxmlformats.org/drawingml/2006/main">
            <a:r>
              <a:t>https://github.com/hanium-reaction/reaction-frontend/blob/9d02ef2/src/screens/WeeklyReviewScreen.tsx</a:t>
            </a:r>
          </a:p>
          <a:p xmlns:a="http://schemas.openxmlformats.org/drawingml/2006/main">
            <a:r>
              <a:t>https://github.com/hanium-reaction/reaction-frontend/blob/9d02ef2/src/screens/WeeklyPlanGenerationScreen.tsx</a:t>
            </a:r>
          </a:p>
          <a:p xmlns:a="http://schemas.openxmlformats.org/drawingml/2006/main">
            <a:r>
              <a:t>https://github.com/hanium-reaction/reaction-frontend/blob/9d02ef2/src/app/AppShell.tsx</a:t>
            </a:r>
          </a:p>
          <a:p xmlns:a="http://schemas.openxmlformats.org/drawingml/2006/main">
            <a:r>
              <a:t>https://github.com/hanium-reaction/reaction-frontend/blob/9d02ef2/public/manifest.webmanifest</a:t>
            </a:r>
          </a:p>
          <a:p xmlns:a="http://schemas.openxmlformats.org/drawingml/2006/main">
            <a:r>
              <a:t>https://github.com/hanium-reaction/reaction-frontend/blob/9d02ef2/src/screens/RecoveredScreen.tsx</a:t>
            </a:r>
          </a:p>
          <a:p xmlns:a="http://schemas.openxmlformats.org/drawingml/2006/main">
            <a:r>
              <a:t>https://github.com/hanium-reaction/reaction-backend/blob/4053c0f301953d461901aa83f096aee7ed23a6b9/src/reaction_backend/api/routes/recovery.py</a:t>
            </a:r>
          </a:p>
          <a:p xmlns:a="http://schemas.openxmlformats.org/drawingml/2006/main">
            <a:r>
              <a:t>https://github.com/hanium-reaction/reaction-backend/blob/4053c0f301953d461901aa83f096aee7ed23a6b9/src/reaction_backend/orchestrator/recovery.py</a:t>
            </a:r>
          </a:p>
          <a:p xmlns:a="http://schemas.openxmlformats.org/drawingml/2006/main">
            <a:r>
              <a:t>남은 가용 시간 직접 입력/계산을 회복 전략 선택에 전달하는 부분은 백엔드 generate_recovery_proposals에서 확인되지 않는다. failure_tags와 실패 반복 단계로 전략을 선택하며, context_summary에는 실행 카드 제목과 결과만 넣는다. recovery_action_minutes는 기존 예상 시간의 비율로 분량을 정하고 shift_to_recovery_day는 현재 시각과 야간 제한으로 제안 시점을 보정한다. 따라서 남은 가용 시간까지 고려한다는 문구는 설계 목표로 명확히 구분한다. 주간 리뷰 openNextCycle은 상태를 비운 후 주간 초안으로 보내는 구현이 있다. 설정은 네이티브 푸시를 비활성화하며 Setup의 Google 캘린더 버튼은 준비 중 알림을 보여준다. 홈 설치 지원을 완전한 오프라인 서버 기능이나 네이티브 푸시로 표현하지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889b9ea4ee241c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730c76647e3474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b5110107947498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a7c8ed1a33d47c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52b79b508a34e5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dd28e79f9194d8b"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135f9e54564f4e6f"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d77e74f2c0a1418a"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ffff6613ae2e4bac"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fbb0df032aae48b4"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c2a911f3465345b4" /></Relationships>
</file>

<file path=ppt/slideLayouts/slideLayout1.xml><?xml version="1.0" encoding="utf-8"?>
<p:sldLayout xmlns:p="http://schemas.openxmlformats.org/presentationml/2006/main" type="title" preserve="1">
  <p:cSld name="제목 슬라이드">
    <p:spTree>
      <p:nvGrpSpPr>
        <p:cNvPr id="1" name=""/>
        <p:cNvGrpSpPr/>
        <p:nvPr/>
      </p:nvGrpSpPr>
      <p:grpSpPr>
        <a:xfrm xmlns:a="http://schemas.openxmlformats.org/drawingml/2006/main"/>
      </p:grpSpPr>
      <p:sp>
        <p:nvSpPr>
          <p:cNvPr id="2" name="제목 1">
            <a:extLst xmlns:a="http://schemas.openxmlformats.org/drawingml/2006/main">
              <a:ext uri="{FF2B5EF4-FFF2-40B4-BE49-F238E27FC236}">
                <a16:creationId xmlns:a16="http://schemas.microsoft.com/office/drawing/2014/main" id="{5B058B98-E26F-45C4-AD54-2282023DE25E}"/>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마스터 제목 스타일 편집</a:t>
            </a:r>
          </a:p>
        </p:txBody>
      </p:sp>
      <p:sp>
        <p:nvSpPr>
          <p:cNvPr id="3" name="부제목 2">
            <a:extLst xmlns:a="http://schemas.openxmlformats.org/drawingml/2006/main">
              <a:ext uri="{FF2B5EF4-FFF2-40B4-BE49-F238E27FC236}">
                <a16:creationId xmlns:a16="http://schemas.microsoft.com/office/drawing/2014/main" id="{16FD5AB0-9968-49DA-B73D-6D8FB51FB644}"/>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마스터 부제목 스타일 편집</a:t>
            </a:r>
          </a:p>
        </p:txBody>
      </p:sp>
      <p:sp>
        <p:nvSpPr>
          <p:cNvPr id="4" name="날짜 개체 틀 3">
            <a:extLst xmlns:a="http://schemas.openxmlformats.org/drawingml/2006/main">
              <a:ext uri="{FF2B5EF4-FFF2-40B4-BE49-F238E27FC236}">
                <a16:creationId xmlns:a16="http://schemas.microsoft.com/office/drawing/2014/main" id="{40FDD0BA-5770-435D-AE91-C8B47BAFD87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94F08C18-F846-4F83-9E4A-EF96E909B73F}" type="datetime1">
              <a:t>2026-09-05</a:t>
            </a:fld>
            <a:endParaRPr/>
          </a:p>
        </p:txBody>
      </p:sp>
      <p:sp>
        <p:nvSpPr>
          <p:cNvPr id="5" name="바닥글 개체 틀 4">
            <a:extLst xmlns:a="http://schemas.openxmlformats.org/drawingml/2006/main">
              <a:ext uri="{FF2B5EF4-FFF2-40B4-BE49-F238E27FC236}">
                <a16:creationId xmlns:a16="http://schemas.microsoft.com/office/drawing/2014/main" id="{BC399C6C-648C-4AA5-B332-4DFAC71A4E4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한이음 ▶ 프로그램 설계서</a:t>
            </a:r>
          </a:p>
        </p:txBody>
      </p:sp>
      <p:sp>
        <p:nvSpPr>
          <p:cNvPr id="6" name="슬라이드 번호 개체 틀 5">
            <a:extLst xmlns:a="http://schemas.openxmlformats.org/drawingml/2006/main">
              <a:ext uri="{FF2B5EF4-FFF2-40B4-BE49-F238E27FC236}">
                <a16:creationId xmlns:a16="http://schemas.microsoft.com/office/drawing/2014/main" id="{9897A017-1FDC-4CDD-BD7E-7FF90C17BA3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343FC95C-4A71-4760-A575-4AE7075BB6F0}" type="slidenum">
              <a:t>‹#›</a:t>
            </a:fld>
            <a:endParaRPr/>
          </a:p>
        </p:txBody>
      </p:sp>
    </p:spTree>
  </p:cSld>
</p:sldLayout>
</file>

<file path=ppt/slideLayouts/slideLayout2.xml><?xml version="1.0" encoding="utf-8"?>
<p:sldLayout xmlns:p="http://schemas.openxmlformats.org/presentationml/2006/main" type="obj" preserve="1">
  <p:cSld name="제목 및 내용">
    <p:spTree>
      <p:nvGrpSpPr>
        <p:cNvPr id="1" name=""/>
        <p:cNvGrpSpPr/>
        <p:nvPr/>
      </p:nvGrpSpPr>
      <p:grpSpPr>
        <a:xfrm xmlns:a="http://schemas.openxmlformats.org/drawingml/2006/main"/>
      </p:grpSpPr>
      <p:sp>
        <p:nvSpPr>
          <p:cNvPr id="2" name="제목 1">
            <a:extLst xmlns:a="http://schemas.openxmlformats.org/drawingml/2006/main">
              <a:ext uri="{FF2B5EF4-FFF2-40B4-BE49-F238E27FC236}">
                <a16:creationId xmlns:a16="http://schemas.microsoft.com/office/drawing/2014/main" id="{7EC41F90-E110-4DB3-A5D2-B08C0657447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마스터 제목 스타일 편집</a:t>
            </a:r>
          </a:p>
        </p:txBody>
      </p:sp>
      <p:sp>
        <p:nvSpPr>
          <p:cNvPr id="3" name="내용 개체 틀 2">
            <a:extLst xmlns:a="http://schemas.openxmlformats.org/drawingml/2006/main">
              <a:ext uri="{FF2B5EF4-FFF2-40B4-BE49-F238E27FC236}">
                <a16:creationId xmlns:a16="http://schemas.microsoft.com/office/drawing/2014/main" id="{866B3717-F937-4171-8ADF-7B28F0FC8EA0}"/>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마스터 텍스트 스타일을 편집합니다</a:t>
            </a:r>
          </a:p>
          <a:p xmlns:a="http://schemas.openxmlformats.org/drawingml/2006/main">
            <a:pPr lvl="1">
              <a:buNone/>
            </a:pPr>
            <a:r>
              <a:t>둘째 수준</a:t>
            </a:r>
          </a:p>
          <a:p xmlns:a="http://schemas.openxmlformats.org/drawingml/2006/main">
            <a:pPr lvl="2">
              <a:buNone/>
            </a:pPr>
            <a:r>
              <a:t>셋째 수준</a:t>
            </a:r>
          </a:p>
          <a:p xmlns:a="http://schemas.openxmlformats.org/drawingml/2006/main">
            <a:pPr lvl="3">
              <a:buNone/>
            </a:pPr>
            <a:r>
              <a:t>넷째 수준</a:t>
            </a:r>
          </a:p>
          <a:p xmlns:a="http://schemas.openxmlformats.org/drawingml/2006/main">
            <a:pPr lvl="4">
              <a:buNone/>
            </a:pPr>
            <a:r>
              <a:t>다섯째 수준</a:t>
            </a:r>
          </a:p>
        </p:txBody>
      </p:sp>
      <p:sp>
        <p:nvSpPr>
          <p:cNvPr id="4" name="날짜 개체 틀 3">
            <a:extLst xmlns:a="http://schemas.openxmlformats.org/drawingml/2006/main">
              <a:ext uri="{FF2B5EF4-FFF2-40B4-BE49-F238E27FC236}">
                <a16:creationId xmlns:a16="http://schemas.microsoft.com/office/drawing/2014/main" id="{F3630CC2-A88D-49D9-8161-C83BAE5A831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8A3DBE8A-08A0-4AE2-B806-C9B9A473B0ED}" type="datetime1">
              <a:t>2026-09-05</a:t>
            </a:fld>
            <a:endParaRPr/>
          </a:p>
        </p:txBody>
      </p:sp>
      <p:sp>
        <p:nvSpPr>
          <p:cNvPr id="5" name="바닥글 개체 틀 4">
            <a:extLst xmlns:a="http://schemas.openxmlformats.org/drawingml/2006/main">
              <a:ext uri="{FF2B5EF4-FFF2-40B4-BE49-F238E27FC236}">
                <a16:creationId xmlns:a16="http://schemas.microsoft.com/office/drawing/2014/main" id="{467AE01E-2A0E-4503-B51A-A0748CC155D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한이음 ▶ 프로그램 설계서</a:t>
            </a:r>
          </a:p>
        </p:txBody>
      </p:sp>
      <p:sp>
        <p:nvSpPr>
          <p:cNvPr id="6" name="슬라이드 번호 개체 틀 5">
            <a:extLst xmlns:a="http://schemas.openxmlformats.org/drawingml/2006/main">
              <a:ext uri="{FF2B5EF4-FFF2-40B4-BE49-F238E27FC236}">
                <a16:creationId xmlns:a16="http://schemas.microsoft.com/office/drawing/2014/main" id="{25CB21DF-7229-4A34-A7B4-38F44D5B743E}"/>
              </a:ext>
            </a:extLst>
          </p:cNvPr>
          <p:cNvSpPr>
            <a:spLocks xmlns:a="http://schemas.openxmlformats.org/drawingml/2006/main" noGrp="1"/>
          </p:cNvSpPr>
          <p:nvPr>
            <p:ph type="sldNum" idx="12"/>
          </p:nvPr>
        </p:nvSpPr>
        <p:spPr>
          <a:xfrm xmlns:a="http://schemas.openxmlformats.org/drawingml/2006/main">
            <a:off x="6553200" y="6617245"/>
            <a:ext cx="2133600" cy="196131"/>
          </a:xfrm>
        </p:spPr>
        <p:txBody>
          <a:bodyPr xmlns:a="http://schemas.openxmlformats.org/drawingml/2006/main"/>
          <a:lstStyle xmlns:a="http://schemas.openxmlformats.org/drawingml/2006/main"/>
          <a:p xmlns:a="http://schemas.openxmlformats.org/drawingml/2006/main">
            <a:fld id="{343FC95C-4A71-4760-A575-4AE7075BB6F0}" type="slidenum">
              <a:t>‹#›</a:t>
            </a:fld>
            <a:endParaRPr/>
          </a:p>
        </p:txBody>
      </p:sp>
    </p:spTree>
  </p:cSld>
</p:sldLayout>
</file>

<file path=ppt/slideLayouts/slideLayout3.xml><?xml version="1.0" encoding="utf-8"?>
<p:sldLayout xmlns:p="http://schemas.openxmlformats.org/presentationml/2006/main" type="secHead" preserve="1">
  <p:cSld name="구역 머리글">
    <p:spTree>
      <p:nvGrpSpPr>
        <p:cNvPr id="1" name=""/>
        <p:cNvGrpSpPr/>
        <p:nvPr/>
      </p:nvGrpSpPr>
      <p:grpSpPr>
        <a:xfrm xmlns:a="http://schemas.openxmlformats.org/drawingml/2006/main"/>
      </p:grpSpPr>
      <p:sp>
        <p:nvSpPr>
          <p:cNvPr id="2" name="제목 1">
            <a:extLst xmlns:a="http://schemas.openxmlformats.org/drawingml/2006/main">
              <a:ext uri="{FF2B5EF4-FFF2-40B4-BE49-F238E27FC236}">
                <a16:creationId xmlns:a16="http://schemas.microsoft.com/office/drawing/2014/main" id="{36B28905-715B-4C0E-A430-AE6A161A7C7F}"/>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마스터 제목 스타일 편집</a:t>
            </a:r>
          </a:p>
        </p:txBody>
      </p:sp>
      <p:sp>
        <p:nvSpPr>
          <p:cNvPr id="3" name="텍스트 개체 틀 2">
            <a:extLst xmlns:a="http://schemas.openxmlformats.org/drawingml/2006/main">
              <a:ext uri="{FF2B5EF4-FFF2-40B4-BE49-F238E27FC236}">
                <a16:creationId xmlns:a16="http://schemas.microsoft.com/office/drawing/2014/main" id="{8442D429-631F-43A3-9F09-E98AF6A64A98}"/>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마스터 텍스트 스타일을 편집합니다</a:t>
            </a:r>
          </a:p>
        </p:txBody>
      </p:sp>
      <p:sp>
        <p:nvSpPr>
          <p:cNvPr id="4" name="날짜 개체 틀 3">
            <a:extLst xmlns:a="http://schemas.openxmlformats.org/drawingml/2006/main">
              <a:ext uri="{FF2B5EF4-FFF2-40B4-BE49-F238E27FC236}">
                <a16:creationId xmlns:a16="http://schemas.microsoft.com/office/drawing/2014/main" id="{05FF06AD-0418-4150-B773-9EA794541FA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7FE13E15-7006-4370-B5F6-60D7104AE3B4}" type="datetime1">
              <a:t>2026-09-05</a:t>
            </a:fld>
            <a:endParaRPr/>
          </a:p>
        </p:txBody>
      </p:sp>
      <p:sp>
        <p:nvSpPr>
          <p:cNvPr id="5" name="바닥글 개체 틀 4">
            <a:extLst xmlns:a="http://schemas.openxmlformats.org/drawingml/2006/main">
              <a:ext uri="{FF2B5EF4-FFF2-40B4-BE49-F238E27FC236}">
                <a16:creationId xmlns:a16="http://schemas.microsoft.com/office/drawing/2014/main" id="{A9562A13-CD99-4CB5-83E2-CF3530042FA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한이음 ▶ 프로그램 설계서</a:t>
            </a:r>
          </a:p>
        </p:txBody>
      </p:sp>
      <p:sp>
        <p:nvSpPr>
          <p:cNvPr id="6" name="슬라이드 번호 개체 틀 5">
            <a:extLst xmlns:a="http://schemas.openxmlformats.org/drawingml/2006/main">
              <a:ext uri="{FF2B5EF4-FFF2-40B4-BE49-F238E27FC236}">
                <a16:creationId xmlns:a16="http://schemas.microsoft.com/office/drawing/2014/main" id="{8B0D75F4-86E2-48C0-B6FD-50054E58393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343FC95C-4A71-4760-A575-4AE7075BB6F0}" type="slidenum">
              <a:t>‹#›</a:t>
            </a:fld>
            <a:endParaRPr/>
          </a:p>
        </p:txBody>
      </p:sp>
    </p:spTree>
  </p:cSld>
</p:sldLayout>
</file>

<file path=ppt/slideLayouts/slideLayout4.xml><?xml version="1.0" encoding="utf-8"?>
<p:sldLayout xmlns:p="http://schemas.openxmlformats.org/presentationml/2006/main" type="twoObj" preserve="1">
  <p:cSld name="콘텐츠 2개">
    <p:spTree>
      <p:nvGrpSpPr>
        <p:cNvPr id="1" name=""/>
        <p:cNvGrpSpPr/>
        <p:nvPr/>
      </p:nvGrpSpPr>
      <p:grpSpPr>
        <a:xfrm xmlns:a="http://schemas.openxmlformats.org/drawingml/2006/main"/>
      </p:grpSpPr>
      <p:sp>
        <p:nvSpPr>
          <p:cNvPr id="2" name="제목 1">
            <a:extLst xmlns:a="http://schemas.openxmlformats.org/drawingml/2006/main">
              <a:ext uri="{FF2B5EF4-FFF2-40B4-BE49-F238E27FC236}">
                <a16:creationId xmlns:a16="http://schemas.microsoft.com/office/drawing/2014/main" id="{BF9E9AA3-5851-4BDC-AF03-1950F26E7B4E}"/>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마스터 제목 스타일 편집</a:t>
            </a:r>
          </a:p>
        </p:txBody>
      </p:sp>
      <p:sp>
        <p:nvSpPr>
          <p:cNvPr id="3" name="내용 개체 틀 2">
            <a:extLst xmlns:a="http://schemas.openxmlformats.org/drawingml/2006/main">
              <a:ext uri="{FF2B5EF4-FFF2-40B4-BE49-F238E27FC236}">
                <a16:creationId xmlns:a16="http://schemas.microsoft.com/office/drawing/2014/main" id="{9977436A-125E-4DA2-86BD-6C1BA903196F}"/>
              </a:ext>
            </a:extLst>
          </p:cNvPr>
          <p:cNvSpPr>
            <a:spLocks xmlns:a="http://schemas.openxmlformats.org/drawingml/2006/main" noGrp="1"/>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마스터 텍스트 스타일을 편집합니다</a:t>
            </a:r>
          </a:p>
          <a:p xmlns:a="http://schemas.openxmlformats.org/drawingml/2006/main">
            <a:pPr lvl="1">
              <a:buNone/>
            </a:pPr>
            <a:r>
              <a:t>둘째 수준</a:t>
            </a:r>
          </a:p>
          <a:p xmlns:a="http://schemas.openxmlformats.org/drawingml/2006/main">
            <a:pPr lvl="2">
              <a:buNone/>
            </a:pPr>
            <a:r>
              <a:t>셋째 수준</a:t>
            </a:r>
          </a:p>
          <a:p xmlns:a="http://schemas.openxmlformats.org/drawingml/2006/main">
            <a:pPr lvl="3">
              <a:buNone/>
            </a:pPr>
            <a:r>
              <a:t>넷째 수준</a:t>
            </a:r>
          </a:p>
          <a:p xmlns:a="http://schemas.openxmlformats.org/drawingml/2006/main">
            <a:pPr lvl="4">
              <a:buNone/>
            </a:pPr>
            <a:r>
              <a:t>다섯째 수준</a:t>
            </a:r>
          </a:p>
        </p:txBody>
      </p:sp>
      <p:sp>
        <p:nvSpPr>
          <p:cNvPr id="4" name="내용 개체 틀 3">
            <a:extLst xmlns:a="http://schemas.openxmlformats.org/drawingml/2006/main">
              <a:ext uri="{FF2B5EF4-FFF2-40B4-BE49-F238E27FC236}">
                <a16:creationId xmlns:a16="http://schemas.microsoft.com/office/drawing/2014/main" id="{37337566-314F-45B9-A81F-CB385C94BE3C}"/>
              </a:ext>
            </a:extLst>
          </p:cNvPr>
          <p:cNvSpPr>
            <a:spLocks xmlns:a="http://schemas.openxmlformats.org/drawingml/2006/main" noGrp="1"/>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마스터 텍스트 스타일을 편집합니다</a:t>
            </a:r>
          </a:p>
          <a:p xmlns:a="http://schemas.openxmlformats.org/drawingml/2006/main">
            <a:pPr lvl="1">
              <a:buNone/>
            </a:pPr>
            <a:r>
              <a:t>둘째 수준</a:t>
            </a:r>
          </a:p>
          <a:p xmlns:a="http://schemas.openxmlformats.org/drawingml/2006/main">
            <a:pPr lvl="2">
              <a:buNone/>
            </a:pPr>
            <a:r>
              <a:t>셋째 수준</a:t>
            </a:r>
          </a:p>
          <a:p xmlns:a="http://schemas.openxmlformats.org/drawingml/2006/main">
            <a:pPr lvl="3">
              <a:buNone/>
            </a:pPr>
            <a:r>
              <a:t>넷째 수준</a:t>
            </a:r>
          </a:p>
          <a:p xmlns:a="http://schemas.openxmlformats.org/drawingml/2006/main">
            <a:pPr lvl="4">
              <a:buNone/>
            </a:pPr>
            <a:r>
              <a:t>다섯째 수준</a:t>
            </a:r>
          </a:p>
        </p:txBody>
      </p:sp>
      <p:sp>
        <p:nvSpPr>
          <p:cNvPr id="5" name="날짜 개체 틀 4">
            <a:extLst xmlns:a="http://schemas.openxmlformats.org/drawingml/2006/main">
              <a:ext uri="{FF2B5EF4-FFF2-40B4-BE49-F238E27FC236}">
                <a16:creationId xmlns:a16="http://schemas.microsoft.com/office/drawing/2014/main" id="{F681BA63-5B35-46D6-9474-985FA16F0CB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F7D10D11-2C95-44F2-9DFC-D0C737CB5390}" type="datetime1">
              <a:t>2026-09-05</a:t>
            </a:fld>
            <a:endParaRPr/>
          </a:p>
        </p:txBody>
      </p:sp>
      <p:sp>
        <p:nvSpPr>
          <p:cNvPr id="6" name="바닥글 개체 틀 5">
            <a:extLst xmlns:a="http://schemas.openxmlformats.org/drawingml/2006/main">
              <a:ext uri="{FF2B5EF4-FFF2-40B4-BE49-F238E27FC236}">
                <a16:creationId xmlns:a16="http://schemas.microsoft.com/office/drawing/2014/main" id="{540C3A13-C943-41EA-8AD8-18B080F0060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한이음 ▶ 프로그램 설계서</a:t>
            </a:r>
          </a:p>
        </p:txBody>
      </p:sp>
      <p:sp>
        <p:nvSpPr>
          <p:cNvPr id="7" name="슬라이드 번호 개체 틀 6">
            <a:extLst xmlns:a="http://schemas.openxmlformats.org/drawingml/2006/main">
              <a:ext uri="{FF2B5EF4-FFF2-40B4-BE49-F238E27FC236}">
                <a16:creationId xmlns:a16="http://schemas.microsoft.com/office/drawing/2014/main" id="{A3CB917B-0DA6-4668-B466-0B0001A5E0A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343FC95C-4A71-4760-A575-4AE7075BB6F0}" type="slidenum">
              <a:t>‹#›</a:t>
            </a:fld>
            <a:endParaRPr/>
          </a:p>
        </p:txBody>
      </p:sp>
    </p:spTree>
  </p:cSld>
</p:sldLayout>
</file>

<file path=ppt/slideLayouts/slideLayout5.xml><?xml version="1.0" encoding="utf-8"?>
<p:sldLayout xmlns:p="http://schemas.openxmlformats.org/presentationml/2006/main" type="twoTxTwoObj" preserve="1">
  <p:cSld name="비교">
    <p:spTree>
      <p:nvGrpSpPr>
        <p:cNvPr id="1" name=""/>
        <p:cNvGrpSpPr/>
        <p:nvPr/>
      </p:nvGrpSpPr>
      <p:grpSpPr>
        <a:xfrm xmlns:a="http://schemas.openxmlformats.org/drawingml/2006/main"/>
      </p:grpSpPr>
      <p:sp>
        <p:nvSpPr>
          <p:cNvPr id="2" name="제목 1">
            <a:extLst xmlns:a="http://schemas.openxmlformats.org/drawingml/2006/main">
              <a:ext uri="{FF2B5EF4-FFF2-40B4-BE49-F238E27FC236}">
                <a16:creationId xmlns:a16="http://schemas.microsoft.com/office/drawing/2014/main" id="{F68E0910-7169-46FA-9B0F-9C1001F12DB5}"/>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마스터 제목 스타일 편집</a:t>
            </a:r>
          </a:p>
        </p:txBody>
      </p:sp>
      <p:sp>
        <p:nvSpPr>
          <p:cNvPr id="3" name="텍스트 개체 틀 2">
            <a:extLst xmlns:a="http://schemas.openxmlformats.org/drawingml/2006/main">
              <a:ext uri="{FF2B5EF4-FFF2-40B4-BE49-F238E27FC236}">
                <a16:creationId xmlns:a16="http://schemas.microsoft.com/office/drawing/2014/main" id="{51B213A7-0AEB-42CE-94A5-5C344DB32648}"/>
              </a:ext>
            </a:extLst>
          </p:cNvPr>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마스터 텍스트 스타일을 편집합니다</a:t>
            </a:r>
          </a:p>
        </p:txBody>
      </p:sp>
      <p:sp>
        <p:nvSpPr>
          <p:cNvPr id="4" name="내용 개체 틀 3">
            <a:extLst xmlns:a="http://schemas.openxmlformats.org/drawingml/2006/main">
              <a:ext uri="{FF2B5EF4-FFF2-40B4-BE49-F238E27FC236}">
                <a16:creationId xmlns:a16="http://schemas.microsoft.com/office/drawing/2014/main" id="{EA2E6E3E-E08E-457D-8985-1DF1EA35A366}"/>
              </a:ext>
            </a:extLst>
          </p:cNvPr>
          <p:cNvSpPr>
            <a:spLocks xmlns:a="http://schemas.openxmlformats.org/drawingml/2006/main" noGrp="1"/>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마스터 텍스트 스타일을 편집합니다</a:t>
            </a:r>
          </a:p>
          <a:p xmlns:a="http://schemas.openxmlformats.org/drawingml/2006/main">
            <a:pPr lvl="1">
              <a:buNone/>
            </a:pPr>
            <a:r>
              <a:t>둘째 수준</a:t>
            </a:r>
          </a:p>
          <a:p xmlns:a="http://schemas.openxmlformats.org/drawingml/2006/main">
            <a:pPr lvl="2">
              <a:buNone/>
            </a:pPr>
            <a:r>
              <a:t>셋째 수준</a:t>
            </a:r>
          </a:p>
          <a:p xmlns:a="http://schemas.openxmlformats.org/drawingml/2006/main">
            <a:pPr lvl="3">
              <a:buNone/>
            </a:pPr>
            <a:r>
              <a:t>넷째 수준</a:t>
            </a:r>
          </a:p>
          <a:p xmlns:a="http://schemas.openxmlformats.org/drawingml/2006/main">
            <a:pPr lvl="4">
              <a:buNone/>
            </a:pPr>
            <a:r>
              <a:t>다섯째 수준</a:t>
            </a:r>
          </a:p>
        </p:txBody>
      </p:sp>
      <p:sp>
        <p:nvSpPr>
          <p:cNvPr id="5" name="텍스트 개체 틀 4">
            <a:extLst xmlns:a="http://schemas.openxmlformats.org/drawingml/2006/main">
              <a:ext uri="{FF2B5EF4-FFF2-40B4-BE49-F238E27FC236}">
                <a16:creationId xmlns:a16="http://schemas.microsoft.com/office/drawing/2014/main" id="{3FAECCE1-9EC8-4C17-85FA-A93FEC81C15A}"/>
              </a:ext>
            </a:extLst>
          </p:cNvPr>
          <p:cNvSpPr>
            <a:spLocks xmlns:a="http://schemas.openxmlformats.org/drawingml/2006/main" noGrp="1"/>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마스터 텍스트 스타일을 편집합니다</a:t>
            </a:r>
          </a:p>
        </p:txBody>
      </p:sp>
      <p:sp>
        <p:nvSpPr>
          <p:cNvPr id="6" name="내용 개체 틀 5">
            <a:extLst xmlns:a="http://schemas.openxmlformats.org/drawingml/2006/main">
              <a:ext uri="{FF2B5EF4-FFF2-40B4-BE49-F238E27FC236}">
                <a16:creationId xmlns:a16="http://schemas.microsoft.com/office/drawing/2014/main" id="{9033FE23-C0C5-4ADD-B2B5-38029CB7E300}"/>
              </a:ext>
            </a:extLst>
          </p:cNvPr>
          <p:cNvSpPr>
            <a:spLocks xmlns:a="http://schemas.openxmlformats.org/drawingml/2006/main" noGrp="1"/>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마스터 텍스트 스타일을 편집합니다</a:t>
            </a:r>
          </a:p>
          <a:p xmlns:a="http://schemas.openxmlformats.org/drawingml/2006/main">
            <a:pPr lvl="1">
              <a:buNone/>
            </a:pPr>
            <a:r>
              <a:t>둘째 수준</a:t>
            </a:r>
          </a:p>
          <a:p xmlns:a="http://schemas.openxmlformats.org/drawingml/2006/main">
            <a:pPr lvl="2">
              <a:buNone/>
            </a:pPr>
            <a:r>
              <a:t>셋째 수준</a:t>
            </a:r>
          </a:p>
          <a:p xmlns:a="http://schemas.openxmlformats.org/drawingml/2006/main">
            <a:pPr lvl="3">
              <a:buNone/>
            </a:pPr>
            <a:r>
              <a:t>넷째 수준</a:t>
            </a:r>
          </a:p>
          <a:p xmlns:a="http://schemas.openxmlformats.org/drawingml/2006/main">
            <a:pPr lvl="4">
              <a:buNone/>
            </a:pPr>
            <a:r>
              <a:t>다섯째 수준</a:t>
            </a:r>
          </a:p>
        </p:txBody>
      </p:sp>
      <p:sp>
        <p:nvSpPr>
          <p:cNvPr id="7" name="날짜 개체 틀 6">
            <a:extLst xmlns:a="http://schemas.openxmlformats.org/drawingml/2006/main">
              <a:ext uri="{FF2B5EF4-FFF2-40B4-BE49-F238E27FC236}">
                <a16:creationId xmlns:a16="http://schemas.microsoft.com/office/drawing/2014/main" id="{3980AE80-6D44-41E3-BE2A-5FE60B1B430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A5135845-0C4F-469E-8726-3EBFD71077A7}" type="datetime1">
              <a:t>2026-09-05</a:t>
            </a:fld>
            <a:endParaRPr/>
          </a:p>
        </p:txBody>
      </p:sp>
      <p:sp>
        <p:nvSpPr>
          <p:cNvPr id="8" name="바닥글 개체 틀 7">
            <a:extLst xmlns:a="http://schemas.openxmlformats.org/drawingml/2006/main">
              <a:ext uri="{FF2B5EF4-FFF2-40B4-BE49-F238E27FC236}">
                <a16:creationId xmlns:a16="http://schemas.microsoft.com/office/drawing/2014/main" id="{7CD01B1C-8511-4CCA-92D4-6FA80C873E0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한이음 ▶ 프로그램 설계서</a:t>
            </a:r>
          </a:p>
        </p:txBody>
      </p:sp>
      <p:sp>
        <p:nvSpPr>
          <p:cNvPr id="9" name="슬라이드 번호 개체 틀 8">
            <a:extLst xmlns:a="http://schemas.openxmlformats.org/drawingml/2006/main">
              <a:ext uri="{FF2B5EF4-FFF2-40B4-BE49-F238E27FC236}">
                <a16:creationId xmlns:a16="http://schemas.microsoft.com/office/drawing/2014/main" id="{B4643395-E6E9-4042-AD4B-F28264A80E3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343FC95C-4A71-4760-A575-4AE7075BB6F0}" type="slidenum">
              <a:t>‹#›</a:t>
            </a:fld>
            <a:endParaRPr/>
          </a:p>
        </p:txBody>
      </p:sp>
    </p:spTree>
  </p:cSld>
</p:sldLayout>
</file>

<file path=ppt/slideLayouts/slideLayout6.xml><?xml version="1.0" encoding="utf-8"?>
<p:sldLayout xmlns:p="http://schemas.openxmlformats.org/presentationml/2006/main" type="titleOnly" preserve="1">
  <p:cSld name="제목만">
    <p:spTree>
      <p:nvGrpSpPr>
        <p:cNvPr id="1" name=""/>
        <p:cNvGrpSpPr/>
        <p:nvPr/>
      </p:nvGrpSpPr>
      <p:grpSpPr>
        <a:xfrm xmlns:a="http://schemas.openxmlformats.org/drawingml/2006/main"/>
      </p:grpSpPr>
      <p:sp>
        <p:nvSpPr>
          <p:cNvPr id="2" name="제목 1">
            <a:extLst xmlns:a="http://schemas.openxmlformats.org/drawingml/2006/main">
              <a:ext uri="{FF2B5EF4-FFF2-40B4-BE49-F238E27FC236}">
                <a16:creationId xmlns:a16="http://schemas.microsoft.com/office/drawing/2014/main" id="{592F7BD5-C0B3-43B6-92A8-B325534BBF5A}"/>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마스터 제목 스타일 편집</a:t>
            </a:r>
          </a:p>
        </p:txBody>
      </p:sp>
      <p:sp>
        <p:nvSpPr>
          <p:cNvPr id="3" name="날짜 개체 틀 2">
            <a:extLst xmlns:a="http://schemas.openxmlformats.org/drawingml/2006/main">
              <a:ext uri="{FF2B5EF4-FFF2-40B4-BE49-F238E27FC236}">
                <a16:creationId xmlns:a16="http://schemas.microsoft.com/office/drawing/2014/main" id="{07AB2A5D-0D48-4FBB-83C3-39EF706569A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C80FC019-3CDA-4483-987D-B12D1EB4D233}" type="datetime1">
              <a:t>2026-09-05</a:t>
            </a:fld>
            <a:endParaRPr/>
          </a:p>
        </p:txBody>
      </p:sp>
      <p:sp>
        <p:nvSpPr>
          <p:cNvPr id="4" name="바닥글 개체 틀 3">
            <a:extLst xmlns:a="http://schemas.openxmlformats.org/drawingml/2006/main">
              <a:ext uri="{FF2B5EF4-FFF2-40B4-BE49-F238E27FC236}">
                <a16:creationId xmlns:a16="http://schemas.microsoft.com/office/drawing/2014/main" id="{C9C76022-8F01-40D2-9129-2569CDCD51C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한이음 ▶ 프로그램 설계서</a:t>
            </a:r>
          </a:p>
        </p:txBody>
      </p:sp>
      <p:sp>
        <p:nvSpPr>
          <p:cNvPr id="5" name="슬라이드 번호 개체 틀 4">
            <a:extLst xmlns:a="http://schemas.openxmlformats.org/drawingml/2006/main">
              <a:ext uri="{FF2B5EF4-FFF2-40B4-BE49-F238E27FC236}">
                <a16:creationId xmlns:a16="http://schemas.microsoft.com/office/drawing/2014/main" id="{21F8534D-DAC1-445F-8274-65C7B2818C7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343FC95C-4A71-4760-A575-4AE7075BB6F0}" type="slidenum">
              <a:t>‹#›</a:t>
            </a:fld>
            <a:endParaRPr/>
          </a:p>
        </p:txBody>
      </p:sp>
    </p:spTree>
  </p:cSld>
</p:sldLayout>
</file>

<file path=ppt/slideLayouts/slideLayout7.xml><?xml version="1.0" encoding="utf-8"?>
<p:sldLayout xmlns:p="http://schemas.openxmlformats.org/presentationml/2006/main" type="blank" preserve="1">
  <p:cSld name="빈 화면">
    <p:spTree>
      <p:nvGrpSpPr>
        <p:cNvPr id="1" name=""/>
        <p:cNvGrpSpPr/>
        <p:nvPr/>
      </p:nvGrpSpPr>
      <p:grpSpPr>
        <a:xfrm xmlns:a="http://schemas.openxmlformats.org/drawingml/2006/main"/>
      </p:grpSpPr>
      <p:sp>
        <p:nvSpPr>
          <p:cNvPr id="2" name="날짜 개체 틀 1">
            <a:extLst xmlns:a="http://schemas.openxmlformats.org/drawingml/2006/main">
              <a:ext uri="{FF2B5EF4-FFF2-40B4-BE49-F238E27FC236}">
                <a16:creationId xmlns:a16="http://schemas.microsoft.com/office/drawing/2014/main" id="{0C5F4DFE-A88C-440D-B611-3C3259CAE3C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45936E48-2907-481B-8F8C-35E94B4338B9}" type="datetime1">
              <a:t>2026-09-05</a:t>
            </a:fld>
            <a:endParaRPr/>
          </a:p>
        </p:txBody>
      </p:sp>
      <p:sp>
        <p:nvSpPr>
          <p:cNvPr id="3" name="바닥글 개체 틀 2">
            <a:extLst xmlns:a="http://schemas.openxmlformats.org/drawingml/2006/main">
              <a:ext uri="{FF2B5EF4-FFF2-40B4-BE49-F238E27FC236}">
                <a16:creationId xmlns:a16="http://schemas.microsoft.com/office/drawing/2014/main" id="{73F3C8DA-B84E-4E1A-A2F5-954B340EECA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한이음 ▶ 프로그램 설계서</a:t>
            </a:r>
          </a:p>
        </p:txBody>
      </p:sp>
      <p:sp>
        <p:nvSpPr>
          <p:cNvPr id="4" name="슬라이드 번호 개체 틀 3">
            <a:extLst xmlns:a="http://schemas.openxmlformats.org/drawingml/2006/main">
              <a:ext uri="{FF2B5EF4-FFF2-40B4-BE49-F238E27FC236}">
                <a16:creationId xmlns:a16="http://schemas.microsoft.com/office/drawing/2014/main" id="{CD8593F4-7A67-44CB-A658-C297355DF3A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343FC95C-4A71-4760-A575-4AE7075BB6F0}" type="slidenum">
              <a:t>‹#›</a:t>
            </a:fld>
            <a:endParaRPr/>
          </a:p>
        </p:txBody>
      </p:sp>
    </p:spTree>
  </p:cSld>
</p:sldLayout>
</file>

<file path=ppt/slideLayouts/slideLayout8.xml><?xml version="1.0" encoding="utf-8"?>
<p:sldLayout xmlns:p="http://schemas.openxmlformats.org/presentationml/2006/main" type="objTx" preserve="1">
  <p:cSld name="캡션 있는 콘텐츠">
    <p:spTree>
      <p:nvGrpSpPr>
        <p:cNvPr id="1" name=""/>
        <p:cNvGrpSpPr/>
        <p:nvPr/>
      </p:nvGrpSpPr>
      <p:grpSpPr>
        <a:xfrm xmlns:a="http://schemas.openxmlformats.org/drawingml/2006/main"/>
      </p:grpSpPr>
      <p:sp>
        <p:nvSpPr>
          <p:cNvPr id="2" name="제목 1">
            <a:extLst xmlns:a="http://schemas.openxmlformats.org/drawingml/2006/main">
              <a:ext uri="{FF2B5EF4-FFF2-40B4-BE49-F238E27FC236}">
                <a16:creationId xmlns:a16="http://schemas.microsoft.com/office/drawing/2014/main" id="{BFBC0864-0027-49C8-B0C2-D6805F15331D}"/>
              </a:ext>
            </a:extLst>
          </p:cNvPr>
          <p:cNvSpPr>
            <a:spLocks xmlns:a="http://schemas.openxmlformats.org/drawingml/2006/main" noGrp="1"/>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마스터 제목 스타일 편집</a:t>
            </a:r>
          </a:p>
        </p:txBody>
      </p:sp>
      <p:sp>
        <p:nvSpPr>
          <p:cNvPr id="3" name="내용 개체 틀 2">
            <a:extLst xmlns:a="http://schemas.openxmlformats.org/drawingml/2006/main">
              <a:ext uri="{FF2B5EF4-FFF2-40B4-BE49-F238E27FC236}">
                <a16:creationId xmlns:a16="http://schemas.microsoft.com/office/drawing/2014/main" id="{7EBEBA95-1739-40A1-95B3-2CF5EBE49330}"/>
              </a:ext>
            </a:extLst>
          </p:cNvPr>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마스터 텍스트 스타일을 편집합니다</a:t>
            </a:r>
          </a:p>
          <a:p xmlns:a="http://schemas.openxmlformats.org/drawingml/2006/main">
            <a:pPr lvl="1">
              <a:buNone/>
            </a:pPr>
            <a:r>
              <a:t>둘째 수준</a:t>
            </a:r>
          </a:p>
          <a:p xmlns:a="http://schemas.openxmlformats.org/drawingml/2006/main">
            <a:pPr lvl="2">
              <a:buNone/>
            </a:pPr>
            <a:r>
              <a:t>셋째 수준</a:t>
            </a:r>
          </a:p>
          <a:p xmlns:a="http://schemas.openxmlformats.org/drawingml/2006/main">
            <a:pPr lvl="3">
              <a:buNone/>
            </a:pPr>
            <a:r>
              <a:t>넷째 수준</a:t>
            </a:r>
          </a:p>
          <a:p xmlns:a="http://schemas.openxmlformats.org/drawingml/2006/main">
            <a:pPr lvl="4">
              <a:buNone/>
            </a:pPr>
            <a:r>
              <a:t>다섯째 수준</a:t>
            </a:r>
          </a:p>
        </p:txBody>
      </p:sp>
      <p:sp>
        <p:nvSpPr>
          <p:cNvPr id="4" name="텍스트 개체 틀 3">
            <a:extLst xmlns:a="http://schemas.openxmlformats.org/drawingml/2006/main">
              <a:ext uri="{FF2B5EF4-FFF2-40B4-BE49-F238E27FC236}">
                <a16:creationId xmlns:a16="http://schemas.microsoft.com/office/drawing/2014/main" id="{2F776F4F-6FBB-4B5E-9629-6E73D1CF5663}"/>
              </a:ext>
            </a:extLst>
          </p:cNvPr>
          <p:cNvSpPr>
            <a:spLocks xmlns:a="http://schemas.openxmlformats.org/drawingml/2006/main" noGrp="1"/>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마스터 텍스트 스타일을 편집합니다</a:t>
            </a:r>
          </a:p>
        </p:txBody>
      </p:sp>
      <p:sp>
        <p:nvSpPr>
          <p:cNvPr id="5" name="날짜 개체 틀 4">
            <a:extLst xmlns:a="http://schemas.openxmlformats.org/drawingml/2006/main">
              <a:ext uri="{FF2B5EF4-FFF2-40B4-BE49-F238E27FC236}">
                <a16:creationId xmlns:a16="http://schemas.microsoft.com/office/drawing/2014/main" id="{19E93325-AB57-455E-9550-3109A2D1729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76D1E666-04C9-40C3-88DF-F7C22C7A6172}" type="datetime1">
              <a:t>2026-09-05</a:t>
            </a:fld>
            <a:endParaRPr/>
          </a:p>
        </p:txBody>
      </p:sp>
      <p:sp>
        <p:nvSpPr>
          <p:cNvPr id="6" name="바닥글 개체 틀 5">
            <a:extLst xmlns:a="http://schemas.openxmlformats.org/drawingml/2006/main">
              <a:ext uri="{FF2B5EF4-FFF2-40B4-BE49-F238E27FC236}">
                <a16:creationId xmlns:a16="http://schemas.microsoft.com/office/drawing/2014/main" id="{9AC30FE3-A212-479D-808D-DE8C95471BB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한이음 ▶ 프로그램 설계서</a:t>
            </a:r>
          </a:p>
        </p:txBody>
      </p:sp>
      <p:sp>
        <p:nvSpPr>
          <p:cNvPr id="7" name="슬라이드 번호 개체 틀 6">
            <a:extLst xmlns:a="http://schemas.openxmlformats.org/drawingml/2006/main">
              <a:ext uri="{FF2B5EF4-FFF2-40B4-BE49-F238E27FC236}">
                <a16:creationId xmlns:a16="http://schemas.microsoft.com/office/drawing/2014/main" id="{191731E1-408D-4F8E-8B7B-0556923FEBD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343FC95C-4A71-4760-A575-4AE7075BB6F0}" type="slidenum">
              <a:t>‹#›</a:t>
            </a:fld>
            <a:endParaRPr/>
          </a:p>
        </p:txBody>
      </p:sp>
    </p:spTree>
  </p:cSld>
</p:sldLayout>
</file>

<file path=ppt/slideLayouts/slideLayout9.xml><?xml version="1.0" encoding="utf-8"?>
<p:sldLayout xmlns:p="http://schemas.openxmlformats.org/presentationml/2006/main" type="picTx" preserve="1">
  <p:cSld name="캡션 있는 그림">
    <p:spTree>
      <p:nvGrpSpPr>
        <p:cNvPr id="1" name=""/>
        <p:cNvGrpSpPr/>
        <p:nvPr/>
      </p:nvGrpSpPr>
      <p:grpSpPr>
        <a:xfrm xmlns:a="http://schemas.openxmlformats.org/drawingml/2006/main"/>
      </p:grpSpPr>
      <p:sp>
        <p:nvSpPr>
          <p:cNvPr id="2" name="제목 1">
            <a:extLst xmlns:a="http://schemas.openxmlformats.org/drawingml/2006/main">
              <a:ext uri="{FF2B5EF4-FFF2-40B4-BE49-F238E27FC236}">
                <a16:creationId xmlns:a16="http://schemas.microsoft.com/office/drawing/2014/main" id="{0B59D4B2-A015-44A0-8C2E-90853C308846}"/>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마스터 제목 스타일 편집</a:t>
            </a:r>
          </a:p>
        </p:txBody>
      </p:sp>
      <p:sp>
        <p:nvSpPr>
          <p:cNvPr id="3" name="그림 개체 틀 2">
            <a:extLst xmlns:a="http://schemas.openxmlformats.org/drawingml/2006/main">
              <a:ext uri="{FF2B5EF4-FFF2-40B4-BE49-F238E27FC236}">
                <a16:creationId xmlns:a16="http://schemas.microsoft.com/office/drawing/2014/main" id="{06C564D9-5731-41BB-9A40-00A26755750C}"/>
              </a:ext>
            </a:extLst>
          </p:cNvPr>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텍스트 개체 틀 3">
            <a:extLst xmlns:a="http://schemas.openxmlformats.org/drawingml/2006/main">
              <a:ext uri="{FF2B5EF4-FFF2-40B4-BE49-F238E27FC236}">
                <a16:creationId xmlns:a16="http://schemas.microsoft.com/office/drawing/2014/main" id="{EF3BDB84-AC51-4C27-99D4-CB3A402CA9B5}"/>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마스터 텍스트 스타일을 편집합니다</a:t>
            </a:r>
          </a:p>
        </p:txBody>
      </p:sp>
      <p:sp>
        <p:nvSpPr>
          <p:cNvPr id="5" name="날짜 개체 틀 4">
            <a:extLst xmlns:a="http://schemas.openxmlformats.org/drawingml/2006/main">
              <a:ext uri="{FF2B5EF4-FFF2-40B4-BE49-F238E27FC236}">
                <a16:creationId xmlns:a16="http://schemas.microsoft.com/office/drawing/2014/main" id="{D1CC2E4D-4A98-46B5-BEE9-7AC89720E49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1D27B48-006F-4BC1-BDC8-3C8CA726AC13}" type="datetime1">
              <a:t>2026-09-05</a:t>
            </a:fld>
            <a:endParaRPr/>
          </a:p>
        </p:txBody>
      </p:sp>
      <p:sp>
        <p:nvSpPr>
          <p:cNvPr id="6" name="바닥글 개체 틀 5">
            <a:extLst xmlns:a="http://schemas.openxmlformats.org/drawingml/2006/main">
              <a:ext uri="{FF2B5EF4-FFF2-40B4-BE49-F238E27FC236}">
                <a16:creationId xmlns:a16="http://schemas.microsoft.com/office/drawing/2014/main" id="{8A901FAA-4401-4549-9FB9-A94771858D9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한이음 ▶ 프로그램 설계서</a:t>
            </a:r>
          </a:p>
        </p:txBody>
      </p:sp>
      <p:sp>
        <p:nvSpPr>
          <p:cNvPr id="7" name="슬라이드 번호 개체 틀 6">
            <a:extLst xmlns:a="http://schemas.openxmlformats.org/drawingml/2006/main">
              <a:ext uri="{FF2B5EF4-FFF2-40B4-BE49-F238E27FC236}">
                <a16:creationId xmlns:a16="http://schemas.microsoft.com/office/drawing/2014/main" id="{50CE4E39-FABE-4B2A-B020-E25BCD5F57F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343FC95C-4A71-4760-A575-4AE7075BB6F0}" type="slidenum">
              <a:t>‹#›</a:t>
            </a:fld>
            <a:endParaRPr/>
          </a:p>
        </p:txBody>
      </p:sp>
    </p:spTree>
  </p:cSld>
</p:sldLayout>
</file>

<file path=ppt/slideLayouts/slideLayout10.xml><?xml version="1.0" encoding="utf-8"?>
<p:sldLayout xmlns:p="http://schemas.openxmlformats.org/presentationml/2006/main" type="vertTx" preserve="1">
  <p:cSld name="제목 및 세로 텍스트">
    <p:spTree>
      <p:nvGrpSpPr>
        <p:cNvPr id="1" name=""/>
        <p:cNvGrpSpPr/>
        <p:nvPr/>
      </p:nvGrpSpPr>
      <p:grpSpPr>
        <a:xfrm xmlns:a="http://schemas.openxmlformats.org/drawingml/2006/main"/>
      </p:grpSpPr>
      <p:sp>
        <p:nvSpPr>
          <p:cNvPr id="2" name="제목 1">
            <a:extLst xmlns:a="http://schemas.openxmlformats.org/drawingml/2006/main">
              <a:ext uri="{FF2B5EF4-FFF2-40B4-BE49-F238E27FC236}">
                <a16:creationId xmlns:a16="http://schemas.microsoft.com/office/drawing/2014/main" id="{1695D5C8-159C-45E4-8A78-130CA297CC42}"/>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마스터 제목 스타일 편집</a:t>
            </a:r>
          </a:p>
        </p:txBody>
      </p:sp>
      <p:sp>
        <p:nvSpPr>
          <p:cNvPr id="3" name="세로 텍스트 개체 틀 2">
            <a:extLst xmlns:a="http://schemas.openxmlformats.org/drawingml/2006/main">
              <a:ext uri="{FF2B5EF4-FFF2-40B4-BE49-F238E27FC236}">
                <a16:creationId xmlns:a16="http://schemas.microsoft.com/office/drawing/2014/main" id="{E2FE8E52-747A-45EA-916D-2DC1F4FD1B84}"/>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마스터 텍스트 스타일을 편집합니다</a:t>
            </a:r>
          </a:p>
          <a:p xmlns:a="http://schemas.openxmlformats.org/drawingml/2006/main">
            <a:pPr lvl="1">
              <a:buNone/>
            </a:pPr>
            <a:r>
              <a:t>둘째 수준</a:t>
            </a:r>
          </a:p>
          <a:p xmlns:a="http://schemas.openxmlformats.org/drawingml/2006/main">
            <a:pPr lvl="2">
              <a:buNone/>
            </a:pPr>
            <a:r>
              <a:t>셋째 수준</a:t>
            </a:r>
          </a:p>
          <a:p xmlns:a="http://schemas.openxmlformats.org/drawingml/2006/main">
            <a:pPr lvl="3">
              <a:buNone/>
            </a:pPr>
            <a:r>
              <a:t>넷째 수준</a:t>
            </a:r>
          </a:p>
          <a:p xmlns:a="http://schemas.openxmlformats.org/drawingml/2006/main">
            <a:pPr lvl="4">
              <a:buNone/>
            </a:pPr>
            <a:r>
              <a:t>다섯째 수준</a:t>
            </a:r>
          </a:p>
        </p:txBody>
      </p:sp>
      <p:sp>
        <p:nvSpPr>
          <p:cNvPr id="4" name="날짜 개체 틀 3">
            <a:extLst xmlns:a="http://schemas.openxmlformats.org/drawingml/2006/main">
              <a:ext uri="{FF2B5EF4-FFF2-40B4-BE49-F238E27FC236}">
                <a16:creationId xmlns:a16="http://schemas.microsoft.com/office/drawing/2014/main" id="{ECC91281-7798-4DF9-B80D-DE7E0C0DBB9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B022DE9A-8BD0-4588-90EC-B8326F0668FE}" type="datetime1">
              <a:t>2026-09-05</a:t>
            </a:fld>
            <a:endParaRPr/>
          </a:p>
        </p:txBody>
      </p:sp>
      <p:sp>
        <p:nvSpPr>
          <p:cNvPr id="5" name="바닥글 개체 틀 4">
            <a:extLst xmlns:a="http://schemas.openxmlformats.org/drawingml/2006/main">
              <a:ext uri="{FF2B5EF4-FFF2-40B4-BE49-F238E27FC236}">
                <a16:creationId xmlns:a16="http://schemas.microsoft.com/office/drawing/2014/main" id="{341046F2-E688-4FC3-AE67-105DABA0497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한이음 ▶ 프로그램 설계서</a:t>
            </a:r>
          </a:p>
        </p:txBody>
      </p:sp>
      <p:sp>
        <p:nvSpPr>
          <p:cNvPr id="6" name="슬라이드 번호 개체 틀 5">
            <a:extLst xmlns:a="http://schemas.openxmlformats.org/drawingml/2006/main">
              <a:ext uri="{FF2B5EF4-FFF2-40B4-BE49-F238E27FC236}">
                <a16:creationId xmlns:a16="http://schemas.microsoft.com/office/drawing/2014/main" id="{548CBBC4-BACC-45CB-A96C-36F8498A504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343FC95C-4A71-4760-A575-4AE7075BB6F0}" type="slidenum">
              <a:t>‹#›</a:t>
            </a:fld>
            <a:endParaRPr/>
          </a:p>
        </p:txBody>
      </p:sp>
    </p:spTree>
  </p:cSld>
</p:sldLayout>
</file>

<file path=ppt/slideLayouts/slideLayout11.xml><?xml version="1.0" encoding="utf-8"?>
<p:sldLayout xmlns:p="http://schemas.openxmlformats.org/presentationml/2006/main" type="vertTitleAndTx" preserve="1">
  <p:cSld name="세로 제목 및 텍스트">
    <p:spTree>
      <p:nvGrpSpPr>
        <p:cNvPr id="1" name=""/>
        <p:cNvGrpSpPr/>
        <p:nvPr/>
      </p:nvGrpSpPr>
      <p:grpSpPr>
        <a:xfrm xmlns:a="http://schemas.openxmlformats.org/drawingml/2006/main"/>
      </p:grpSpPr>
      <p:sp>
        <p:nvSpPr>
          <p:cNvPr id="2" name="세로 제목 1">
            <a:extLst xmlns:a="http://schemas.openxmlformats.org/drawingml/2006/main">
              <a:ext uri="{FF2B5EF4-FFF2-40B4-BE49-F238E27FC236}">
                <a16:creationId xmlns:a16="http://schemas.microsoft.com/office/drawing/2014/main" id="{0AF13A5C-CC02-4240-BE7E-D457350089CD}"/>
              </a:ext>
            </a:extLst>
          </p:cNvPr>
          <p:cNvSpPr>
            <a:spLocks xmlns:a="http://schemas.openxmlformats.org/drawingml/2006/main" noGrp="1"/>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t>마스터 제목 스타일 편집</a:t>
            </a:r>
          </a:p>
        </p:txBody>
      </p:sp>
      <p:sp>
        <p:nvSpPr>
          <p:cNvPr id="3" name="세로 텍스트 개체 틀 2">
            <a:extLst xmlns:a="http://schemas.openxmlformats.org/drawingml/2006/main">
              <a:ext uri="{FF2B5EF4-FFF2-40B4-BE49-F238E27FC236}">
                <a16:creationId xmlns:a16="http://schemas.microsoft.com/office/drawing/2014/main" id="{9E29E3F2-5CC0-4AAC-9C3B-F3766BEC5890}"/>
              </a:ext>
            </a:extLst>
          </p:cNvPr>
          <p:cNvSpPr>
            <a:spLocks xmlns:a="http://schemas.openxmlformats.org/drawingml/2006/main" noGrp="1"/>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buNone/>
            </a:pPr>
            <a:r>
              <a:t>마스터 텍스트 스타일을 편집합니다</a:t>
            </a:r>
          </a:p>
          <a:p xmlns:a="http://schemas.openxmlformats.org/drawingml/2006/main">
            <a:pPr lvl="1">
              <a:buNone/>
            </a:pPr>
            <a:r>
              <a:t>둘째 수준</a:t>
            </a:r>
          </a:p>
          <a:p xmlns:a="http://schemas.openxmlformats.org/drawingml/2006/main">
            <a:pPr lvl="2">
              <a:buNone/>
            </a:pPr>
            <a:r>
              <a:t>셋째 수준</a:t>
            </a:r>
          </a:p>
          <a:p xmlns:a="http://schemas.openxmlformats.org/drawingml/2006/main">
            <a:pPr lvl="3">
              <a:buNone/>
            </a:pPr>
            <a:r>
              <a:t>넷째 수준</a:t>
            </a:r>
          </a:p>
          <a:p xmlns:a="http://schemas.openxmlformats.org/drawingml/2006/main">
            <a:pPr lvl="4">
              <a:buNone/>
            </a:pPr>
            <a:r>
              <a:t>다섯째 수준</a:t>
            </a:r>
          </a:p>
        </p:txBody>
      </p:sp>
      <p:sp>
        <p:nvSpPr>
          <p:cNvPr id="4" name="날짜 개체 틀 3">
            <a:extLst xmlns:a="http://schemas.openxmlformats.org/drawingml/2006/main">
              <a:ext uri="{FF2B5EF4-FFF2-40B4-BE49-F238E27FC236}">
                <a16:creationId xmlns:a16="http://schemas.microsoft.com/office/drawing/2014/main" id="{5B2119A9-D711-4C46-B146-FEE05016FDF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77F8B5EE-9957-45ED-8881-249F27AAE9BD}" type="datetime1">
              <a:t>2026-09-05</a:t>
            </a:fld>
            <a:endParaRPr/>
          </a:p>
        </p:txBody>
      </p:sp>
      <p:sp>
        <p:nvSpPr>
          <p:cNvPr id="5" name="바닥글 개체 틀 4">
            <a:extLst xmlns:a="http://schemas.openxmlformats.org/drawingml/2006/main">
              <a:ext uri="{FF2B5EF4-FFF2-40B4-BE49-F238E27FC236}">
                <a16:creationId xmlns:a16="http://schemas.microsoft.com/office/drawing/2014/main" id="{7B9FF057-95E0-49AC-9809-73422CFFA96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한이음 ▶ 프로그램 설계서</a:t>
            </a:r>
          </a:p>
        </p:txBody>
      </p:sp>
      <p:sp>
        <p:nvSpPr>
          <p:cNvPr id="6" name="슬라이드 번호 개체 틀 5">
            <a:extLst xmlns:a="http://schemas.openxmlformats.org/drawingml/2006/main">
              <a:ext uri="{FF2B5EF4-FFF2-40B4-BE49-F238E27FC236}">
                <a16:creationId xmlns:a16="http://schemas.microsoft.com/office/drawing/2014/main" id="{23C8B054-9EFC-4404-AEF6-56800CAB2B6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343FC95C-4A71-4760-A575-4AE7075BB6F0}"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d35f39eafc54b89" /><Relationship Type="http://schemas.openxmlformats.org/officeDocument/2006/relationships/slideLayout" Target="/ppt/slideLayouts/slideLayout1.xml" Id="R03870e5a386547d0" /><Relationship Type="http://schemas.openxmlformats.org/officeDocument/2006/relationships/slideLayout" Target="/ppt/slideLayouts/slideLayout2.xml" Id="R81673ae33502442b" /><Relationship Type="http://schemas.openxmlformats.org/officeDocument/2006/relationships/slideLayout" Target="/ppt/slideLayouts/slideLayout3.xml" Id="R77eda84afe8140c8" /><Relationship Type="http://schemas.openxmlformats.org/officeDocument/2006/relationships/slideLayout" Target="/ppt/slideLayouts/slideLayout4.xml" Id="R2a60ace0f69f4f43" /><Relationship Type="http://schemas.openxmlformats.org/officeDocument/2006/relationships/slideLayout" Target="/ppt/slideLayouts/slideLayout5.xml" Id="R58a9c9b718024582" /><Relationship Type="http://schemas.openxmlformats.org/officeDocument/2006/relationships/slideLayout" Target="/ppt/slideLayouts/slideLayout6.xml" Id="Ra8861452e8fd47da" /><Relationship Type="http://schemas.openxmlformats.org/officeDocument/2006/relationships/slideLayout" Target="/ppt/slideLayouts/slideLayout7.xml" Id="R63e753a8779345e7" /><Relationship Type="http://schemas.openxmlformats.org/officeDocument/2006/relationships/slideLayout" Target="/ppt/slideLayouts/slideLayout8.xml" Id="R9691c265d24c44fe" /><Relationship Type="http://schemas.openxmlformats.org/officeDocument/2006/relationships/slideLayout" Target="/ppt/slideLayouts/slideLayout9.xml" Id="R9adc03395339475f" /><Relationship Type="http://schemas.openxmlformats.org/officeDocument/2006/relationships/slideLayout" Target="/ppt/slideLayouts/slideLayout10.xml" Id="R1f291bbe4e304ea5" /><Relationship Type="http://schemas.openxmlformats.org/officeDocument/2006/relationships/slideLayout" Target="/ppt/slideLayouts/slideLayout11.xml" Id="R201e90d6c516493a"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제목 개체 틀 1">
            <a:extLst xmlns:a="http://schemas.openxmlformats.org/drawingml/2006/main">
              <a:ext uri="{FF2B5EF4-FFF2-40B4-BE49-F238E27FC236}">
                <a16:creationId xmlns:a16="http://schemas.microsoft.com/office/drawing/2014/main" id="{5222677E-F595-41DE-901C-E9946DD27B72}"/>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마스터 제목 스타일 편집</a:t>
            </a:r>
          </a:p>
        </p:txBody>
      </p:sp>
      <p:sp>
        <p:nvSpPr>
          <p:cNvPr id="3" name="텍스트 개체 틀 2">
            <a:extLst xmlns:a="http://schemas.openxmlformats.org/drawingml/2006/main">
              <a:ext uri="{FF2B5EF4-FFF2-40B4-BE49-F238E27FC236}">
                <a16:creationId xmlns:a16="http://schemas.microsoft.com/office/drawing/2014/main" id="{421CDBBE-061D-43D1-BA2A-14F2DB5C9035}"/>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마스터 텍스트 스타일을 편집합니다</a:t>
            </a:r>
          </a:p>
          <a:p xmlns:a="http://schemas.openxmlformats.org/drawingml/2006/main">
            <a:pPr lvl="1">
              <a:buNone/>
            </a:pPr>
            <a:r>
              <a:t>둘째 수준</a:t>
            </a:r>
          </a:p>
          <a:p xmlns:a="http://schemas.openxmlformats.org/drawingml/2006/main">
            <a:pPr lvl="2">
              <a:buNone/>
            </a:pPr>
            <a:r>
              <a:t>셋째 수준</a:t>
            </a:r>
          </a:p>
          <a:p xmlns:a="http://schemas.openxmlformats.org/drawingml/2006/main">
            <a:pPr lvl="3">
              <a:buNone/>
            </a:pPr>
            <a:r>
              <a:t>넷째 수준</a:t>
            </a:r>
          </a:p>
          <a:p xmlns:a="http://schemas.openxmlformats.org/drawingml/2006/main">
            <a:pPr lvl="4">
              <a:buNone/>
            </a:pPr>
            <a:r>
              <a:t>다섯째 수준</a:t>
            </a:r>
          </a:p>
        </p:txBody>
      </p:sp>
      <p:sp>
        <p:nvSpPr>
          <p:cNvPr id="4" name="날짜 개체 틀 3">
            <a:extLst xmlns:a="http://schemas.openxmlformats.org/drawingml/2006/main">
              <a:ext uri="{FF2B5EF4-FFF2-40B4-BE49-F238E27FC236}">
                <a16:creationId xmlns:a16="http://schemas.microsoft.com/office/drawing/2014/main" id="{B2271BB6-B75A-4B0D-9469-A71BA8FD7836}"/>
              </a:ext>
            </a:extLst>
          </p:cNvPr>
          <p:cNvSpPr>
            <a:spLocks xmlns:a="http://schemas.openxmlformats.org/drawingml/2006/main" noGrp="1"/>
          </p:cNvSpPr>
          <p:nvPr>
            <p:ph type="dt" idx="2"/>
          </p:nvPr>
        </p:nvSpPr>
        <p:spPr>
          <a:xfrm xmlns:a="http://schemas.openxmlformats.org/drawingml/2006/main">
            <a:off x="457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4926EC2E-D34C-4476-B4C7-64731BF56572}" type="datetime1">
              <a:t>2026-09-05</a:t>
            </a:fld>
            <a:endParaRPr/>
          </a:p>
        </p:txBody>
      </p:sp>
      <p:sp>
        <p:nvSpPr>
          <p:cNvPr id="5" name="바닥글 개체 틀 4">
            <a:extLst xmlns:a="http://schemas.openxmlformats.org/drawingml/2006/main">
              <a:ext uri="{FF2B5EF4-FFF2-40B4-BE49-F238E27FC236}">
                <a16:creationId xmlns:a16="http://schemas.microsoft.com/office/drawing/2014/main" id="{5088A60C-94D7-4815-A625-646827715A78}"/>
              </a:ext>
            </a:extLst>
          </p:cNvPr>
          <p:cNvSpPr>
            <a:spLocks xmlns:a="http://schemas.openxmlformats.org/drawingml/2006/main" noGrp="1"/>
          </p:cNvSpPr>
          <p:nvPr>
            <p:ph type="ftr" idx="3"/>
          </p:nvPr>
        </p:nvSpPr>
        <p:spPr>
          <a:xfrm xmlns:a="http://schemas.openxmlformats.org/drawingml/2006/main">
            <a:off x="3124200" y="6356350"/>
            <a:ext cx="2895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r>
              <a:t>한이음 ▶ 프로그램 설계서</a:t>
            </a:r>
          </a:p>
        </p:txBody>
      </p:sp>
      <p:sp>
        <p:nvSpPr>
          <p:cNvPr id="6" name="슬라이드 번호 개체 틀 5">
            <a:extLst xmlns:a="http://schemas.openxmlformats.org/drawingml/2006/main">
              <a:ext uri="{FF2B5EF4-FFF2-40B4-BE49-F238E27FC236}">
                <a16:creationId xmlns:a16="http://schemas.microsoft.com/office/drawing/2014/main" id="{308CC7DD-ED11-4EB4-99CA-698879F3840F}"/>
              </a:ext>
            </a:extLst>
          </p:cNvPr>
          <p:cNvSpPr>
            <a:spLocks xmlns:a="http://schemas.openxmlformats.org/drawingml/2006/main" noGrp="1"/>
          </p:cNvSpPr>
          <p:nvPr>
            <p:ph type="sldNum" idx="4"/>
          </p:nvPr>
        </p:nvSpPr>
        <p:spPr>
          <a:xfrm xmlns:a="http://schemas.openxmlformats.org/drawingml/2006/main">
            <a:off x="6553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343FC95C-4A71-4760-A575-4AE7075BB6F0}"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3870e5a386547d0"/>
    <p:sldLayoutId xmlns:r="http://schemas.openxmlformats.org/officeDocument/2006/relationships" id="2147483650" r:id="R81673ae33502442b"/>
    <p:sldLayoutId xmlns:r="http://schemas.openxmlformats.org/officeDocument/2006/relationships" id="2147483651" r:id="R77eda84afe8140c8"/>
    <p:sldLayoutId xmlns:r="http://schemas.openxmlformats.org/officeDocument/2006/relationships" id="2147483652" r:id="R2a60ace0f69f4f43"/>
    <p:sldLayoutId xmlns:r="http://schemas.openxmlformats.org/officeDocument/2006/relationships" id="2147483653" r:id="R58a9c9b718024582"/>
    <p:sldLayoutId xmlns:r="http://schemas.openxmlformats.org/officeDocument/2006/relationships" id="2147483654" r:id="Ra8861452e8fd47da"/>
    <p:sldLayoutId xmlns:r="http://schemas.openxmlformats.org/officeDocument/2006/relationships" id="2147483655" r:id="R63e753a8779345e7"/>
    <p:sldLayoutId xmlns:r="http://schemas.openxmlformats.org/officeDocument/2006/relationships" id="2147483656" r:id="R9691c265d24c44fe"/>
    <p:sldLayoutId xmlns:r="http://schemas.openxmlformats.org/officeDocument/2006/relationships" id="2147483657" r:id="R9adc03395339475f"/>
    <p:sldLayoutId xmlns:r="http://schemas.openxmlformats.org/officeDocument/2006/relationships" id="2147483658" r:id="R1f291bbe4e304ea5"/>
    <p:sldLayoutId xmlns:r="http://schemas.openxmlformats.org/officeDocument/2006/relationships" id="2147483659" r:id="R201e90d6c516493a"/>
  </p:sldLayoutIdLst>
  <p:hf sldNum="0" hd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e62ffc8f90b45f5" /><Relationship Type="http://schemas.openxmlformats.org/officeDocument/2006/relationships/image" Target="/ppt/media/image.png" Id="Rf9ab49d14a264cfb" /><Relationship Type="http://schemas.openxmlformats.org/officeDocument/2006/relationships/image" Target="/ppt/media/image2.png" Id="Rc438e0f773bf430f" /><Relationship Type="http://schemas.openxmlformats.org/officeDocument/2006/relationships/notesSlide" Target="/ppt/notesSlides/notesSlide1.xml" Id="R55a46b3c5ebe43ec"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f27b09dd8b3e4bb5" /><Relationship Type="http://schemas.openxmlformats.org/officeDocument/2006/relationships/image" Target="/ppt/media/image3.png" Id="Rb070eed4dbd04c75" /><Relationship Type="http://schemas.openxmlformats.org/officeDocument/2006/relationships/notesSlide" Target="/ppt/notesSlides/notesSlide2.xml" Id="Rf19dc070a8234f66"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9151d5b14dda4e7d" /><Relationship Type="http://schemas.openxmlformats.org/officeDocument/2006/relationships/image" Target="/ppt/media/image3.png" Id="Rf9418da890244ae2" /><Relationship Type="http://schemas.openxmlformats.org/officeDocument/2006/relationships/notesSlide" Target="/ppt/notesSlides/notesSlide3.xml" Id="R1f1aad64d26a4398"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00ce1ce5f0744e1c" /><Relationship Type="http://schemas.openxmlformats.org/officeDocument/2006/relationships/image" Target="/ppt/media/image3.png" Id="R858fe64a2ff14556" /><Relationship Type="http://schemas.openxmlformats.org/officeDocument/2006/relationships/image" Target="/ppt/media/image4.png" Id="R84e8c2a662ce4cbb" /><Relationship Type="http://schemas.openxmlformats.org/officeDocument/2006/relationships/image" Target="/ppt/media/image5.png" Id="R576292c2d6e64d80" /><Relationship Type="http://schemas.openxmlformats.org/officeDocument/2006/relationships/notesSlide" Target="/ppt/notesSlides/notesSlide4.xml" Id="Racdea0e0c9d44c3a"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2157b74004c94e75" /><Relationship Type="http://schemas.openxmlformats.org/officeDocument/2006/relationships/image" Target="/ppt/media/image3.png" Id="R293d8d1b45d14075" /><Relationship Type="http://schemas.openxmlformats.org/officeDocument/2006/relationships/image" Target="/ppt/media/image6.png" Id="R31e5bb5437624d2e" /><Relationship Type="http://schemas.openxmlformats.org/officeDocument/2006/relationships/notesSlide" Target="/ppt/notesSlides/notesSlide5.xml" Id="R3dfa4d4d2a90484b"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f88b0a9cbf6d4a70" /><Relationship Type="http://schemas.openxmlformats.org/officeDocument/2006/relationships/image" Target="/ppt/media/image3.png" Id="Rcdc22d67d38747f5" /><Relationship Type="http://schemas.openxmlformats.org/officeDocument/2006/relationships/image" Target="/ppt/media/image7.png" Id="R869565fb7dd84f0d" /><Relationship Type="http://schemas.openxmlformats.org/officeDocument/2006/relationships/image" Target="/ppt/media/image8.png" Id="Rabd665e54f3b4bad" /><Relationship Type="http://schemas.openxmlformats.org/officeDocument/2006/relationships/notesSlide" Target="/ppt/notesSlides/notesSlide6.xml" Id="R4b29620d022f4dde"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0f5fc8aacf444b38" /><Relationship Type="http://schemas.openxmlformats.org/officeDocument/2006/relationships/image" Target="/ppt/media/image3.png" Id="R428894f7038b476a" /><Relationship Type="http://schemas.openxmlformats.org/officeDocument/2006/relationships/image" Target="/ppt/media/image9.png" Id="R9cb78e78a6ad4b58" /><Relationship Type="http://schemas.openxmlformats.org/officeDocument/2006/relationships/image" Target="/ppt/media/image10.png" Id="R4db33df340b3444e" /><Relationship Type="http://schemas.openxmlformats.org/officeDocument/2006/relationships/notesSlide" Target="/ppt/notesSlides/notesSlide7.xml" Id="R8985b1108d1a49d6"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30f738c55d274e39" /><Relationship Type="http://schemas.openxmlformats.org/officeDocument/2006/relationships/image" Target="/ppt/media/image3.png" Id="R42ff9fe00b294782" /><Relationship Type="http://schemas.openxmlformats.org/officeDocument/2006/relationships/image" Target="/ppt/media/image11.png" Id="R30091671a87f4053" /><Relationship Type="http://schemas.openxmlformats.org/officeDocument/2006/relationships/notesSlide" Target="/ppt/notesSlides/notesSlide8.xml" Id="Rcf470fb3cb1f407c"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a6dbbdadaf574aa3" /><Relationship Type="http://schemas.openxmlformats.org/officeDocument/2006/relationships/image" Target="/ppt/media/image3.png" Id="R92b8c27d487a48d2" /><Relationship Type="http://schemas.openxmlformats.org/officeDocument/2006/relationships/image" Target="/ppt/media/image12.png" Id="Rd2edb981ab9a4629" /><Relationship Type="http://schemas.openxmlformats.org/officeDocument/2006/relationships/notesSlide" Target="/ppt/notesSlides/notesSlide9.xml" Id="R23201a8ffb0e4d6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11ae187bedb04810" /><Relationship Type="http://schemas.openxmlformats.org/officeDocument/2006/relationships/image" Target="/ppt/media/image3.png" Id="R6b7581bc839b4dcb" /><Relationship Type="http://schemas.openxmlformats.org/officeDocument/2006/relationships/image" Target="/ppt/media/image13.png" Id="R224ad360b68648a8" /><Relationship Type="http://schemas.openxmlformats.org/officeDocument/2006/relationships/image" Target="/ppt/media/image14.png" Id="Red71388474fe4e5c" /><Relationship Type="http://schemas.openxmlformats.org/officeDocument/2006/relationships/notesSlide" Target="/ppt/notesSlides/notesSlide10.xml" Id="R2c49148f79764ba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37b575e70db94bd9" /><Relationship Type="http://schemas.openxmlformats.org/officeDocument/2006/relationships/image" Target="/ppt/media/image3.png" Id="R8e0127331c2c4c60" /><Relationship Type="http://schemas.openxmlformats.org/officeDocument/2006/relationships/notesSlide" Target="/ppt/notesSlides/notesSlide11.xml" Id="R5b28b5bcf11d407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1624ba9e1a7445c5" /><Relationship Type="http://schemas.openxmlformats.org/officeDocument/2006/relationships/image" Target="/ppt/media/image3.png" Id="R5c93df9ac4e341dd" /><Relationship Type="http://schemas.openxmlformats.org/officeDocument/2006/relationships/image" Target="/ppt/media/image15.png" Id="Re4608f92410143c6" /><Relationship Type="http://schemas.openxmlformats.org/officeDocument/2006/relationships/image" Target="/ppt/media/image16.png" Id="Racc62fbfeaaf4d22" /><Relationship Type="http://schemas.openxmlformats.org/officeDocument/2006/relationships/image" Target="/ppt/media/image17.png" Id="R57b471383e964d14" /><Relationship Type="http://schemas.openxmlformats.org/officeDocument/2006/relationships/notesSlide" Target="/ppt/notesSlides/notesSlide12.xml" Id="R35e264030190481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93322f87004c4657" /><Relationship Type="http://schemas.openxmlformats.org/officeDocument/2006/relationships/image" Target="/ppt/media/image3.png" Id="R15fcc9a08c0547d0" /><Relationship Type="http://schemas.openxmlformats.org/officeDocument/2006/relationships/notesSlide" Target="/ppt/notesSlides/notesSlide13.xml" Id="R692c495962b6439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dac0b07928ad4d02" /><Relationship Type="http://schemas.openxmlformats.org/officeDocument/2006/relationships/image" Target="/ppt/media/image3.png" Id="R76a5399371934fcb" /><Relationship Type="http://schemas.openxmlformats.org/officeDocument/2006/relationships/notesSlide" Target="/ppt/notesSlides/notesSlide14.xml" Id="R24cf419af0b14447"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0" name="직사각형 19">
            <a:extLst xmlns:a="http://schemas.openxmlformats.org/drawingml/2006/main">
              <a:ext uri="{FF2B5EF4-FFF2-40B4-BE49-F238E27FC236}">
                <a16:creationId xmlns:a16="http://schemas.microsoft.com/office/drawing/2014/main" id="{F2A6B4A0-DDF5-4F46-B14B-0A3A85671526}"/>
              </a:ext>
            </a:extLst>
          </p:cNvPr>
          <p:cNvSpPr>
            <a:spLocks xmlns:a="http://schemas.openxmlformats.org/drawingml/2006/main" noGrp="1"/>
          </p:cNvSpPr>
          <p:nvPr/>
        </p:nvSpPr>
        <p:spPr>
          <a:xfrm xmlns:a="http://schemas.openxmlformats.org/drawingml/2006/main">
            <a:off x="0" y="4509120"/>
            <a:ext cx="9144000" cy="2348880"/>
          </a:xfrm>
          <a:prstGeom xmlns:a="http://schemas.openxmlformats.org/drawingml/2006/main" prst="rect">
            <a:avLst/>
          </a:prstGeom>
          <a:solidFill xmlns:a="http://schemas.openxmlformats.org/drawingml/2006/main">
            <a:srgbClr val="E2E6EB"/>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eaLnBrk="0" latinLnBrk="0">
              <a:buNone/>
            </a:pPr>
            <a:endParaRPr lang="ko-KR"/>
          </a:p>
        </p:txBody>
      </p:sp>
      <p:pic>
        <p:nvPicPr>
          <p:cNvPr id="41" name="Picture 13"/>
          <p:cNvPicPr>
            <a:picLocks xmlns:a="http://schemas.openxmlformats.org/drawingml/2006/main" noChangeAspect="1"/>
          </p:cNvPicPr>
          <p:nvPr/>
        </p:nvPicPr>
        <p:blipFill rotWithShape="1">
          <a:blip xmlns:r="http://schemas.openxmlformats.org/officeDocument/2006/relationships" xmlns:a="http://schemas.openxmlformats.org/drawingml/2006/main" r:embed="Rf9ab49d14a264cfb"/>
          <a:srcRect xmlns:a="http://schemas.openxmlformats.org/drawingml/2006/main" l="1036" t="0" r="0" b="0"/>
          <a:stretch xmlns:a="http://schemas.openxmlformats.org/drawingml/2006/main"/>
        </p:blipFill>
        <p:spPr>
          <a:xfrm xmlns:a="http://schemas.openxmlformats.org/drawingml/2006/main" rot="21600000">
            <a:off x="0" y="764704"/>
            <a:ext cx="4716016" cy="3524387"/>
          </a:xfrm>
          <a:prstGeom xmlns:a="http://schemas.openxmlformats.org/drawingml/2006/main" prst="rect">
            <a:avLst/>
          </a:prstGeom>
          <a:ln xmlns:a="http://schemas.openxmlformats.org/drawingml/2006/main">
            <a:noFill/>
          </a:ln>
        </p:spPr>
      </p:pic>
      <p:pic>
        <p:nvPicPr>
          <p:cNvPr id="42" name="그림 5"/>
          <p:cNvPicPr>
            <a:picLocks xmlns:a="http://schemas.openxmlformats.org/drawingml/2006/main" noChangeAspect="1"/>
          </p:cNvPicPr>
          <p:nvPr/>
        </p:nvPicPr>
        <p:blipFill>
          <a:blip xmlns:r="http://schemas.openxmlformats.org/officeDocument/2006/relationships" xmlns:a="http://schemas.openxmlformats.org/drawingml/2006/main" r:embed="Rc438e0f773bf430f"/>
          <a:srcRect xmlns:a="http://schemas.openxmlformats.org/drawingml/2006/main" l="21956" t="40516" r="21023" b="44641"/>
          <a:stretch xmlns:a="http://schemas.openxmlformats.org/drawingml/2006/main"/>
        </p:blipFill>
        <p:spPr>
          <a:xfrm xmlns:a="http://schemas.openxmlformats.org/drawingml/2006/main">
            <a:off x="7528235" y="98344"/>
            <a:ext cx="1498208" cy="347199"/>
          </a:xfrm>
          <a:prstGeom xmlns:a="http://schemas.openxmlformats.org/drawingml/2006/main" prst="rect">
            <a:avLst/>
          </a:prstGeom>
        </p:spPr>
      </p:pic>
      <p:sp>
        <p:nvSpPr>
          <p:cNvPr id="34" name="직사각형 33">
            <a:extLst xmlns:a="http://schemas.openxmlformats.org/drawingml/2006/main">
              <a:ext uri="{FF2B5EF4-FFF2-40B4-BE49-F238E27FC236}">
                <a16:creationId xmlns:a16="http://schemas.microsoft.com/office/drawing/2014/main" id="{C838B818-4722-41D6-9999-FF5BF3727060}"/>
              </a:ext>
            </a:extLst>
          </p:cNvPr>
          <p:cNvSpPr>
            <a:spLocks xmlns:a="http://schemas.openxmlformats.org/drawingml/2006/main" noGrp="1"/>
          </p:cNvSpPr>
          <p:nvPr/>
        </p:nvSpPr>
        <p:spPr>
          <a:xfrm xmlns:a="http://schemas.openxmlformats.org/drawingml/2006/main">
            <a:off x="1104900" y="2019300"/>
            <a:ext cx="73152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t">
            <a:noAutofit/>
          </a:bodyPr>
          <a:lstStyle xmlns:a="http://schemas.openxmlformats.org/drawingml/2006/main"/>
          <a:p xmlns:a="http://schemas.openxmlformats.org/drawingml/2006/main">
            <a:pPr eaLnBrk="0" latinLnBrk="0">
              <a:buNone/>
              <a:defRPr sz="3675" b="1" lang="ko-KR">
                <a:solidFill>
                  <a:srgbClr val="9A3535"/>
                </a:solidFill>
                <a:latin typeface="맑은 고딕"/>
                <a:ea typeface="맑은 고딕"/>
                <a:cs typeface="맑은 고딕"/>
              </a:defRPr>
            </a:pPr>
            <a:r>
              <a:rPr sz="3675" b="1" lang="ko-KR">
                <a:solidFill>
                  <a:srgbClr val="9A3535"/>
                </a:solidFill>
                <a:latin typeface="맑은 고딕"/>
                <a:ea typeface="맑은 고딕"/>
                <a:cs typeface="맑은 고딕"/>
              </a:rPr>
              <a:t>응용소프트웨어 제작설계서</a:t>
            </a:r>
          </a:p>
        </p:txBody>
      </p:sp>
      <p:sp>
        <p:nvSpPr>
          <p:cNvPr id="35" name="직사각형 34">
            <a:extLst xmlns:a="http://schemas.openxmlformats.org/drawingml/2006/main">
              <a:ext uri="{FF2B5EF4-FFF2-40B4-BE49-F238E27FC236}">
                <a16:creationId xmlns:a16="http://schemas.microsoft.com/office/drawing/2014/main" id="{87AD1061-17E8-466C-B723-EFB59BE31F08}"/>
              </a:ext>
            </a:extLst>
          </p:cNvPr>
          <p:cNvSpPr>
            <a:spLocks xmlns:a="http://schemas.openxmlformats.org/drawingml/2006/main" noGrp="1"/>
          </p:cNvSpPr>
          <p:nvPr/>
        </p:nvSpPr>
        <p:spPr>
          <a:xfrm xmlns:a="http://schemas.openxmlformats.org/drawingml/2006/main">
            <a:off x="1828800" y="3886200"/>
            <a:ext cx="6134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t">
            <a:noAutofit/>
          </a:bodyPr>
          <a:lstStyle xmlns:a="http://schemas.openxmlformats.org/drawingml/2006/main"/>
          <a:p xmlns:a="http://schemas.openxmlformats.org/drawingml/2006/main">
            <a:pPr eaLnBrk="0" latinLnBrk="0">
              <a:buNone/>
              <a:defRPr sz="2400" b="1" lang="ko-KR">
                <a:solidFill>
                  <a:srgbClr val="77787A"/>
                </a:solidFill>
                <a:latin typeface="맑은 고딕"/>
                <a:ea typeface="맑은 고딕"/>
                <a:cs typeface="맑은 고딕"/>
              </a:defRPr>
            </a:pPr>
            <a:r>
              <a:rPr sz="2400" b="1" lang="ko-KR">
                <a:solidFill>
                  <a:srgbClr val="77787A"/>
                </a:solidFill>
                <a:latin typeface="맑은 고딕"/>
                <a:ea typeface="맑은 고딕"/>
                <a:cs typeface="맑은 고딕"/>
              </a:rPr>
              <a:t>RE:ACTION</a:t>
            </a:r>
          </a:p>
        </p:txBody>
      </p:sp>
      <p:sp>
        <p:nvSpPr>
          <p:cNvPr id="36" name="직사각형 35">
            <a:extLst xmlns:a="http://schemas.openxmlformats.org/drawingml/2006/main">
              <a:ext uri="{FF2B5EF4-FFF2-40B4-BE49-F238E27FC236}">
                <a16:creationId xmlns:a16="http://schemas.microsoft.com/office/drawing/2014/main" id="{20D12458-C72B-4807-9B2D-D568ACD8C4B5}"/>
              </a:ext>
            </a:extLst>
          </p:cNvPr>
          <p:cNvSpPr>
            <a:spLocks xmlns:a="http://schemas.openxmlformats.org/drawingml/2006/main" noGrp="1"/>
          </p:cNvSpPr>
          <p:nvPr/>
        </p:nvSpPr>
        <p:spPr>
          <a:xfrm xmlns:a="http://schemas.openxmlformats.org/drawingml/2006/main">
            <a:off x="2324100" y="4819650"/>
            <a:ext cx="55816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t">
            <a:noAutofit/>
          </a:bodyPr>
          <a:lstStyle xmlns:a="http://schemas.openxmlformats.org/drawingml/2006/main"/>
          <a:p xmlns:a="http://schemas.openxmlformats.org/drawingml/2006/main">
            <a:pPr eaLnBrk="0" latinLnBrk="0">
              <a:buNone/>
              <a:defRPr sz="1950" b="0" lang="ko-KR">
                <a:solidFill>
                  <a:srgbClr val="424649"/>
                </a:solidFill>
                <a:latin typeface="맑은 고딕"/>
                <a:ea typeface="맑은 고딕"/>
                <a:cs typeface="맑은 고딕"/>
              </a:defRPr>
            </a:pPr>
            <a:r>
              <a:rPr sz="1950" b="0" lang="ko-KR">
                <a:solidFill>
                  <a:srgbClr val="424649"/>
                </a:solidFill>
                <a:latin typeface="맑은 고딕"/>
                <a:ea typeface="맑은 고딕"/>
                <a:cs typeface="맑은 고딕"/>
              </a:rPr>
              <a:t>계획, 실행, 회복과 재계획</a:t>
            </a:r>
          </a:p>
        </p:txBody>
      </p:sp>
      <p:sp>
        <p:nvSpPr>
          <p:cNvPr id="37" name="직사각형 36">
            <a:extLst xmlns:a="http://schemas.openxmlformats.org/drawingml/2006/main">
              <a:ext uri="{FF2B5EF4-FFF2-40B4-BE49-F238E27FC236}">
                <a16:creationId xmlns:a16="http://schemas.microsoft.com/office/drawing/2014/main" id="{03F00555-8D46-42A9-8560-52F269D8442D}"/>
              </a:ext>
            </a:extLst>
          </p:cNvPr>
          <p:cNvSpPr>
            <a:spLocks xmlns:a="http://schemas.openxmlformats.org/drawingml/2006/main" noGrp="1"/>
          </p:cNvSpPr>
          <p:nvPr/>
        </p:nvSpPr>
        <p:spPr>
          <a:xfrm xmlns:a="http://schemas.openxmlformats.org/drawingml/2006/main">
            <a:off x="3543300" y="5353050"/>
            <a:ext cx="2333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t">
            <a:noAutofit/>
          </a:bodyPr>
          <a:lstStyle xmlns:a="http://schemas.openxmlformats.org/drawingml/2006/main"/>
          <a:p xmlns:a="http://schemas.openxmlformats.org/drawingml/2006/main">
            <a:pPr eaLnBrk="0" latinLnBrk="0">
              <a:buNone/>
              <a:defRPr sz="1725" b="0" lang="ko-KR">
                <a:solidFill>
                  <a:srgbClr val="424649"/>
                </a:solidFill>
                <a:latin typeface="맑은 고딕"/>
                <a:ea typeface="맑은 고딕"/>
                <a:cs typeface="맑은 고딕"/>
              </a:defRPr>
            </a:pPr>
            <a:r>
              <a:rPr sz="1725" b="0" lang="ko-KR">
                <a:solidFill>
                  <a:srgbClr val="424649"/>
                </a:solidFill>
                <a:latin typeface="맑은 고딕"/>
                <a:ea typeface="맑은 고딕"/>
                <a:cs typeface="맑은 고딕"/>
              </a:rPr>
              <a:t>2026. 09. 06</a:t>
            </a:r>
          </a:p>
        </p:txBody>
      </p:sp>
    </p:spTree>
    <p:extLst>
      <p:ext uri="{BB962C8B-B14F-4D97-AF65-F5344CB8AC3E}">
        <p14:creationId xmlns:p14="http://schemas.microsoft.com/office/powerpoint/2010/main" val="338925687"/>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4" name="직사각형 23">
            <a:extLst xmlns:a="http://schemas.openxmlformats.org/drawingml/2006/main">
              <a:ext uri="{FF2B5EF4-FFF2-40B4-BE49-F238E27FC236}">
                <a16:creationId xmlns:a16="http://schemas.microsoft.com/office/drawing/2014/main" id="{87FE247D-BCD8-49C9-AB08-42C204606102}"/>
              </a:ext>
            </a:extLst>
          </p:cNvPr>
          <p:cNvSpPr>
            <a:spLocks xmlns:a="http://schemas.openxmlformats.org/drawingml/2006/main" noGrp="1"/>
          </p:cNvSpPr>
          <p:nvPr/>
        </p:nvSpPr>
        <p:spPr>
          <a:xfrm xmlns:a="http://schemas.openxmlformats.org/drawingml/2006/main">
            <a:off x="107504" y="0"/>
            <a:ext cx="3096344" cy="1124744"/>
          </a:xfrm>
          <a:prstGeom xmlns:a="http://schemas.openxmlformats.org/drawingml/2006/main" prst="rect">
            <a:avLst/>
          </a:prstGeom>
          <a:solidFill xmlns:a="http://schemas.openxmlformats.org/drawingml/2006/main">
            <a:srgbClr val="3B5AA8"/>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eaLnBrk="0" latinLnBrk="0">
              <a:buNone/>
            </a:pPr>
            <a:endParaRPr lang="ko-KR"/>
          </a:p>
        </p:txBody>
      </p:sp>
      <p:sp>
        <p:nvSpPr>
          <p:cNvPr id="25" name="직선 연결선 24">
            <a:extLst xmlns:a="http://schemas.openxmlformats.org/drawingml/2006/main">
              <a:ext uri="{FF2B5EF4-FFF2-40B4-BE49-F238E27FC236}">
                <a16:creationId xmlns:a16="http://schemas.microsoft.com/office/drawing/2014/main" id="{56E72A93-616C-44BF-B205-95E477EF8F6D}"/>
              </a:ext>
            </a:extLst>
          </p:cNvPr>
          <p:cNvSpPr>
            <a:spLocks xmlns:a="http://schemas.openxmlformats.org/drawingml/2006/main" noGrp="1"/>
          </p:cNvSpPr>
          <p:nvPr/>
        </p:nvSpPr>
        <p:spPr>
          <a:xfrm xmlns:a="http://schemas.openxmlformats.org/drawingml/2006/main">
            <a:off x="424356" y="541195"/>
            <a:ext cx="2591728" cy="0"/>
          </a:xfrm>
          <a:prstGeom xmlns:a="http://schemas.openxmlformats.org/drawingml/2006/main" prst="line">
            <a:avLst/>
          </a:prstGeom>
          <a:ln xmlns:a="http://schemas.openxmlformats.org/drawingml/2006/main" w="28575">
            <a:solidFill>
              <a:schemeClr val="bg1">
                <a:lumMod val="95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txBody>
          <a:bodyPr xmlns:a="http://schemas.openxmlformats.org/drawingml/2006/main"/>
          <a:lstStyle xmlns:a="http://schemas.openxmlformats.org/drawingml/2006/main"/>
          <a:p xmlns:a="http://schemas.openxmlformats.org/drawingml/2006/main">
            <a:pPr eaLnBrk="0" latinLnBrk="0">
              <a:buNone/>
            </a:pPr>
            <a:endParaRPr lang="ko-KR"/>
          </a:p>
        </p:txBody>
      </p:sp>
      <p:sp>
        <p:nvSpPr>
          <p:cNvPr id="26" name="직선 연결선 25">
            <a:extLst xmlns:a="http://schemas.openxmlformats.org/drawingml/2006/main">
              <a:ext uri="{FF2B5EF4-FFF2-40B4-BE49-F238E27FC236}">
                <a16:creationId xmlns:a16="http://schemas.microsoft.com/office/drawing/2014/main" id="{072C1394-538A-4BCF-9224-0784E0A048B3}"/>
              </a:ext>
            </a:extLst>
          </p:cNvPr>
          <p:cNvSpPr>
            <a:spLocks xmlns:a="http://schemas.openxmlformats.org/drawingml/2006/main" noGrp="1"/>
          </p:cNvSpPr>
          <p:nvPr/>
        </p:nvSpPr>
        <p:spPr>
          <a:xfrm xmlns:a="http://schemas.openxmlformats.org/drawingml/2006/main">
            <a:off x="3275856" y="548680"/>
            <a:ext cx="5328592" cy="0"/>
          </a:xfrm>
          <a:prstGeom xmlns:a="http://schemas.openxmlformats.org/drawingml/2006/main" prst="line">
            <a:avLst/>
          </a:prstGeom>
          <a:ln xmlns:a="http://schemas.openxmlformats.org/drawingml/2006/main" w="28575">
            <a:solidFill>
              <a:srgbClr val="3B5AA8"/>
            </a:solidFill>
          </a:ln>
        </p:spPr>
        <p:style>
          <a:lnRef xmlns:a="http://schemas.openxmlformats.org/drawingml/2006/main" idx="1">
            <a:schemeClr val="accent4"/>
          </a:lnRef>
          <a:fillRef xmlns:a="http://schemas.openxmlformats.org/drawingml/2006/main" idx="0">
            <a:schemeClr val="accent4"/>
          </a:fillRef>
          <a:effectRef xmlns:a="http://schemas.openxmlformats.org/drawingml/2006/main" idx="0">
            <a:schemeClr val="accent4"/>
          </a:effectRef>
          <a:fontRef xmlns:a="http://schemas.openxmlformats.org/drawingml/2006/main" idx="minor">
            <a:schemeClr val="tx1"/>
          </a:fontRef>
        </p:style>
        <p:txBody>
          <a:bodyPr xmlns:a="http://schemas.openxmlformats.org/drawingml/2006/main"/>
          <a:lstStyle xmlns:a="http://schemas.openxmlformats.org/drawingml/2006/main"/>
          <a:p xmlns:a="http://schemas.openxmlformats.org/drawingml/2006/main">
            <a:pPr eaLnBrk="0" latinLnBrk="0">
              <a:buNone/>
            </a:pPr>
            <a:endParaRPr lang="ko-KR"/>
          </a:p>
        </p:txBody>
      </p:sp>
      <p:sp>
        <p:nvSpPr>
          <p:cNvPr id="27" name="제목 12">
            <a:extLst xmlns:a="http://schemas.openxmlformats.org/drawingml/2006/main">
              <a:ext uri="{FF2B5EF4-FFF2-40B4-BE49-F238E27FC236}">
                <a16:creationId xmlns:a16="http://schemas.microsoft.com/office/drawing/2014/main" id="{99D20B54-FBA0-40C2-B7F4-249D25DD9104}"/>
              </a:ext>
            </a:extLst>
          </p:cNvPr>
          <p:cNvSpPr>
            <a:spLocks xmlns:a="http://schemas.openxmlformats.org/drawingml/2006/main" noGrp="1"/>
          </p:cNvSpPr>
          <p:nvPr/>
        </p:nvSpPr>
        <p:spPr>
          <a:xfrm xmlns:a="http://schemas.openxmlformats.org/drawingml/2006/main">
            <a:off x="323528" y="692696"/>
            <a:ext cx="2880320" cy="296631"/>
          </a:xfrm>
          <a:prstGeom xmlns:a="http://schemas.openxmlformats.org/drawingml/2006/main" prst="rect">
            <a:avLst/>
          </a:prstGeom>
        </p:spPr>
        <p:txBody>
          <a:bodyPr xmlns:a="http://schemas.openxmlformats.org/drawingml/2006/main" vert="horz" lIns="91440" tIns="45720" rIns="91440" bIns="45720" anchor="t">
            <a:noAutofit/>
          </a:bodyPr>
          <a:lstStyle xmlns:a="http://schemas.openxmlformats.org/drawingml/2006/main"/>
          <a:p xmlns:a="http://schemas.openxmlformats.org/drawingml/2006/main">
            <a:pPr marL="0" marR="0" lvl="0" indent="0" algn="l" defTabSz="914400" eaLnBrk="0" latinLnBrk="0">
              <a:lnSpc>
                <a:spcPct val="100000"/>
              </a:lnSpc>
              <a:spcBef>
                <a:spcPct val="0"/>
              </a:spcBef>
              <a:spcAft>
                <a:spcPts val="0"/>
              </a:spcAft>
              <a:buClrTx/>
              <a:buSzTx/>
              <a:buFontTx/>
              <a:buNone/>
              <a:defRPr sz="1700" b="1" lang="ko-KR">
                <a:solidFill>
                  <a:srgbClr val="FFFFFF"/>
                </a:solidFill>
                <a:latin typeface="맑은 고딕"/>
                <a:ea typeface="맑은 고딕"/>
                <a:cs typeface="맑은 고딕"/>
              </a:defRPr>
            </a:pPr>
            <a:r>
              <a:rPr sz="1700" b="1" i="0" u="none" cap="none" spc="0" lang="ko-KR">
                <a:ln>
                  <a:noFill/>
                </a:ln>
                <a:solidFill>
                  <a:srgbClr val="FFFFFF"/>
                </a:solidFill>
                <a:latin typeface="맑은 고딕"/>
                <a:ea typeface="맑은 고딕"/>
                <a:cs typeface="맑은 고딕"/>
              </a:rPr>
              <a:t>서비스 개요</a:t>
            </a:r>
            <a:endParaRPr sz="1700" b="0" i="0" u="none" kern="1200" cap="none" spc="-50" baseline="0" lang="ko-KR">
              <a:ln>
                <a:noFill/>
              </a:ln>
              <a:solidFill>
                <a:schemeClr val="bg1"/>
              </a:solidFill>
              <a:latin typeface="+mn-ea"/>
              <a:ea typeface="+mn-ea"/>
              <a:cs typeface="+mn-ea"/>
            </a:endParaRPr>
          </a:p>
        </p:txBody>
      </p:sp>
      <p:pic>
        <p:nvPicPr>
          <p:cNvPr id="205" name="Picture 2"/>
          <p:cNvPicPr>
            <a:picLocks xmlns:a="http://schemas.openxmlformats.org/drawingml/2006/main" noChangeAspect="1"/>
          </p:cNvPicPr>
          <p:nvPr/>
        </p:nvPicPr>
        <p:blipFill>
          <a:blip xmlns:r="http://schemas.openxmlformats.org/officeDocument/2006/relationships" xmlns:a="http://schemas.openxmlformats.org/drawingml/2006/main" r:embed="Rb070eed4dbd04c75"/>
          <a:srcRect xmlns:a="http://schemas.openxmlformats.org/drawingml/2006/main" l="0" t="0" r="0" b="0"/>
          <a:stretch xmlns:a="http://schemas.openxmlformats.org/drawingml/2006/main">
            <a:fillRect l="0" t="0" r="0" b="0"/>
          </a:stretch>
        </p:blipFill>
        <p:spPr>
          <a:xfrm xmlns:a="http://schemas.openxmlformats.org/drawingml/2006/main">
            <a:off x="8676456" y="476671"/>
            <a:ext cx="454960" cy="158965"/>
          </a:xfrm>
          <a:prstGeom xmlns:a="http://schemas.openxmlformats.org/drawingml/2006/main" prst="rect">
            <a:avLst/>
          </a:prstGeom>
          <a:ln xmlns:a="http://schemas.openxmlformats.org/drawingml/2006/main" w="9525">
            <a:noFill/>
            <a:miter/>
          </a:ln>
        </p:spPr>
      </p:pic>
      <p:sp>
        <p:nvSpPr>
          <p:cNvPr id="32" name="막힌 원호 31">
            <a:extLst xmlns:a="http://schemas.openxmlformats.org/drawingml/2006/main">
              <a:ext uri="{FF2B5EF4-FFF2-40B4-BE49-F238E27FC236}">
                <a16:creationId xmlns:a16="http://schemas.microsoft.com/office/drawing/2014/main" id="{9618B776-B49F-4D0C-880D-07488DEBF76A}"/>
              </a:ext>
            </a:extLst>
          </p:cNvPr>
          <p:cNvSpPr>
            <a:spLocks xmlns:a="http://schemas.openxmlformats.org/drawingml/2006/main" noGrp="1"/>
          </p:cNvSpPr>
          <p:nvPr/>
        </p:nvSpPr>
        <p:spPr>
          <a:xfrm xmlns:a="http://schemas.openxmlformats.org/drawingml/2006/main" flipV="1">
            <a:off x="-577697" y="-576001"/>
            <a:ext cx="1181047" cy="1167213"/>
          </a:xfrm>
          <a:prstGeom xmlns:a="http://schemas.openxmlformats.org/drawingml/2006/main" prst="blockArc">
            <a:avLst>
              <a:gd name="adj1" fmla="val 16158679"/>
              <a:gd name="adj2" fmla="val 0"/>
              <a:gd name="adj3" fmla="val 25000"/>
            </a:avLst>
          </a:prstGeom>
          <a:solidFill xmlns:a="http://schemas.openxmlformats.org/drawingml/2006/main">
            <a:schemeClr val="bg1"/>
          </a:solidFill>
          <a:ln xmlns:a="http://schemas.openxmlformats.org/drawingml/2006/main">
            <a:solidFill>
              <a:schemeClr val="bg1"/>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eaLnBrk="0" latinLnBrk="0">
              <a:buNone/>
            </a:pPr>
            <a:endParaRPr lang="ko-KR">
              <a:solidFill>
                <a:schemeClr val="tx1"/>
              </a:solidFill>
            </a:endParaRPr>
          </a:p>
        </p:txBody>
      </p:sp>
      <p:sp>
        <p:nvSpPr>
          <p:cNvPr id="87" name="직사각형 86">
            <a:extLst xmlns:a="http://schemas.openxmlformats.org/drawingml/2006/main">
              <a:ext uri="{FF2B5EF4-FFF2-40B4-BE49-F238E27FC236}">
                <a16:creationId xmlns:a16="http://schemas.microsoft.com/office/drawing/2014/main" id="{24D1E2BC-51CC-4B56-AAAC-9076DC199BFC}"/>
              </a:ext>
            </a:extLst>
          </p:cNvPr>
          <p:cNvSpPr>
            <a:spLocks xmlns:a="http://schemas.openxmlformats.org/drawingml/2006/main" noGrp="1"/>
          </p:cNvSpPr>
          <p:nvPr/>
        </p:nvSpPr>
        <p:spPr>
          <a:xfrm xmlns:a="http://schemas.openxmlformats.org/drawingml/2006/main">
            <a:off x="400050" y="1238250"/>
            <a:ext cx="83248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eaLnBrk="0" latinLnBrk="0">
              <a:lnSpc>
                <a:spcPct val="125000"/>
              </a:lnSpc>
              <a:buNone/>
              <a:defRPr sz="2100" b="1" lang="ko-KR">
                <a:solidFill>
                  <a:srgbClr val="24292F"/>
                </a:solidFill>
                <a:latin typeface="맑은 고딕"/>
                <a:ea typeface="맑은 고딕"/>
                <a:cs typeface="맑은 고딕"/>
              </a:defRPr>
            </a:pPr>
            <a:r>
              <a:rPr sz="2100" b="1" lang="ko-KR">
                <a:solidFill>
                  <a:srgbClr val="24292F"/>
                </a:solidFill>
                <a:latin typeface="맑은 고딕"/>
                <a:ea typeface="맑은 고딕"/>
                <a:cs typeface="맑은 고딕"/>
              </a:rPr>
              <a:t>계획부터 실패 후 다시 실행하기까지</a:t>
            </a:r>
          </a:p>
        </p:txBody>
      </p:sp>
      <p:sp>
        <p:nvSpPr>
          <p:cNvPr id="88" name="직사각형 87">
            <a:extLst xmlns:a="http://schemas.openxmlformats.org/drawingml/2006/main">
              <a:ext uri="{FF2B5EF4-FFF2-40B4-BE49-F238E27FC236}">
                <a16:creationId xmlns:a16="http://schemas.microsoft.com/office/drawing/2014/main" id="{0D0C55DC-EBD7-4090-A629-E22B7E130411}"/>
              </a:ext>
            </a:extLst>
          </p:cNvPr>
          <p:cNvSpPr>
            <a:spLocks xmlns:a="http://schemas.openxmlformats.org/drawingml/2006/main" noGrp="1"/>
          </p:cNvSpPr>
          <p:nvPr/>
        </p:nvSpPr>
        <p:spPr>
          <a:xfrm xmlns:a="http://schemas.openxmlformats.org/drawingml/2006/main">
            <a:off x="419100" y="6524625"/>
            <a:ext cx="69532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eaLnBrk="0" latinLnBrk="0">
              <a:buNone/>
              <a:defRPr sz="900" b="0" lang="ko-KR">
                <a:solidFill>
                  <a:srgbClr val="5B6570"/>
                </a:solidFill>
                <a:latin typeface="맑은 고딕"/>
                <a:ea typeface="맑은 고딕"/>
                <a:cs typeface="맑은 고딕"/>
              </a:defRPr>
            </a:pPr>
            <a:r>
              <a:rPr sz="900" b="0" lang="ko-KR">
                <a:solidFill>
                  <a:srgbClr val="5B6570"/>
                </a:solidFill>
                <a:latin typeface="맑은 고딕"/>
                <a:ea typeface="맑은 고딕"/>
                <a:cs typeface="맑은 고딕"/>
              </a:rPr>
              <a:t>핵심 흐름 / 회복안 선택과 계획 승인은 별도 단계</a:t>
            </a:r>
          </a:p>
        </p:txBody>
      </p:sp>
      <p:sp>
        <p:nvSpPr>
          <p:cNvPr id="89" name="직사각형 88">
            <a:extLst xmlns:a="http://schemas.openxmlformats.org/drawingml/2006/main">
              <a:ext uri="{FF2B5EF4-FFF2-40B4-BE49-F238E27FC236}">
                <a16:creationId xmlns:a16="http://schemas.microsoft.com/office/drawing/2014/main" id="{FCDE6A9A-9722-4FBE-B95F-D23E859C2CA3}"/>
              </a:ext>
            </a:extLst>
          </p:cNvPr>
          <p:cNvSpPr>
            <a:spLocks xmlns:a="http://schemas.openxmlformats.org/drawingml/2006/main" noGrp="1"/>
          </p:cNvSpPr>
          <p:nvPr/>
        </p:nvSpPr>
        <p:spPr>
          <a:xfrm xmlns:a="http://schemas.openxmlformats.org/drawingml/2006/main">
            <a:off x="8334375" y="6524625"/>
            <a:ext cx="4000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eaLnBrk="0" latinLnBrk="0">
              <a:buNone/>
              <a:defRPr sz="900" b="0" lang="ko-KR">
                <a:solidFill>
                  <a:srgbClr val="5B6570"/>
                </a:solidFill>
                <a:latin typeface="맑은 고딕"/>
                <a:ea typeface="맑은 고딕"/>
                <a:cs typeface="맑은 고딕"/>
              </a:defRPr>
            </a:pPr>
            <a:r>
              <a:rPr sz="900" b="0" lang="ko-KR">
                <a:solidFill>
                  <a:srgbClr val="5B6570"/>
                </a:solidFill>
                <a:latin typeface="맑은 고딕"/>
                <a:ea typeface="맑은 고딕"/>
                <a:cs typeface="맑은 고딕"/>
              </a:rPr>
              <a:t>02</a:t>
            </a:r>
          </a:p>
        </p:txBody>
      </p:sp>
      <p:sp>
        <p:nvSpPr>
          <p:cNvPr id="184" name="">
            <a:extLst xmlns:a="http://schemas.openxmlformats.org/drawingml/2006/main">
              <a:ext uri="{FF2B5EF4-FFF2-40B4-BE49-F238E27FC236}">
                <a16:creationId xmlns:a16="http://schemas.microsoft.com/office/drawing/2014/main" id="{9D7516EE-B701-4B6E-932C-0216E2B4504A}"/>
              </a:ext>
            </a:extLst>
          </p:cNvPr>
          <p:cNvSpPr>
            <a:spLocks xmlns:a="http://schemas.openxmlformats.org/drawingml/2006/main" noGrp="1"/>
          </p:cNvSpPr>
          <p:nvPr/>
        </p:nvSpPr>
        <p:spPr>
          <a:xfrm xmlns:a="http://schemas.openxmlformats.org/drawingml/2006/main">
            <a:off x="419100" y="1847850"/>
            <a:ext cx="8305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eaLnBrk="0" latinLnBrk="0">
              <a:lnSpc>
                <a:spcPct val="123000"/>
              </a:lnSpc>
              <a:buNone/>
              <a:defRPr sz="1650" b="0" lang="ko-KR">
                <a:solidFill>
                  <a:srgbClr val="24292F"/>
                </a:solidFill>
                <a:latin typeface="맑은 고딕"/>
                <a:ea typeface="맑은 고딕"/>
                <a:cs typeface="맑은 고딕"/>
              </a:defRPr>
            </a:pPr>
            <a:r>
              <a:rPr sz="1650" b="0" lang="ko-KR">
                <a:solidFill>
                  <a:srgbClr val="24292F"/>
                </a:solidFill>
                <a:latin typeface="맑은 고딕"/>
                <a:ea typeface="맑은 고딕"/>
                <a:cs typeface="맑은 고딕"/>
              </a:rPr>
              <a:t>계획이 어긋났을 때, 못한 이유를 남기고 다시 실행할 방법을 고른다.</a:t>
            </a:r>
          </a:p>
        </p:txBody>
      </p:sp>
      <p:sp>
        <p:nvSpPr>
          <p:cNvPr id="185" name="">
            <a:extLst xmlns:a="http://schemas.openxmlformats.org/drawingml/2006/main">
              <a:ext uri="{FF2B5EF4-FFF2-40B4-BE49-F238E27FC236}">
                <a16:creationId xmlns:a16="http://schemas.microsoft.com/office/drawing/2014/main" id="{C879D5DB-1E7D-4503-9ABC-AAD813F03587}"/>
              </a:ext>
            </a:extLst>
          </p:cNvPr>
          <p:cNvSpPr>
            <a:spLocks xmlns:a="http://schemas.openxmlformats.org/drawingml/2006/main" noGrp="1"/>
          </p:cNvSpPr>
          <p:nvPr/>
        </p:nvSpPr>
        <p:spPr>
          <a:xfrm xmlns:a="http://schemas.openxmlformats.org/drawingml/2006/main">
            <a:off x="419100" y="2590800"/>
            <a:ext cx="2476500" cy="790575"/>
          </a:xfrm>
          <a:prstGeom xmlns:a="http://schemas.openxmlformats.org/drawingml/2006/main" prst="rect">
            <a:avLst/>
          </a:prstGeom>
          <a:solidFill xmlns:a="http://schemas.openxmlformats.org/drawingml/2006/main">
            <a:srgbClr val="F1F4FA"/>
          </a:solidFill>
          <a:ln xmlns:a="http://schemas.openxmlformats.org/drawingml/2006/main" w="9525">
            <a:solidFill>
              <a:srgbClr val="3B5AA8"/>
            </a:solidFill>
          </a:ln>
        </p:spPr>
        <p:txBody>
          <a:bodyPr xmlns:a="http://schemas.openxmlformats.org/drawingml/2006/main" wrap="square" lIns="76200" tIns="47625" rIns="76200" bIns="47625" anchor="ctr">
            <a:noAutofit/>
          </a:bodyPr>
          <a:lstStyle xmlns:a="http://schemas.openxmlformats.org/drawingml/2006/main"/>
          <a:p xmlns:a="http://schemas.openxmlformats.org/drawingml/2006/main">
            <a:pPr algn="ctr" eaLnBrk="0" latinLnBrk="0">
              <a:lnSpc>
                <a:spcPct val="117000"/>
              </a:lnSpc>
              <a:buNone/>
              <a:defRPr sz="1650" b="1" lang="ko-KR">
                <a:solidFill>
                  <a:srgbClr val="24292F"/>
                </a:solidFill>
                <a:latin typeface="맑은 고딕"/>
                <a:ea typeface="맑은 고딕"/>
                <a:cs typeface="맑은 고딕"/>
              </a:defRPr>
            </a:pPr>
            <a:r>
              <a:rPr sz="1650" b="1" lang="ko-KR">
                <a:solidFill>
                  <a:srgbClr val="24292F"/>
                </a:solidFill>
                <a:latin typeface="맑은 고딕"/>
                <a:ea typeface="맑은 고딕"/>
                <a:cs typeface="맑은 고딕"/>
              </a:rPr>
              <a:t>계획</a:t>
            </a:r>
          </a:p>
          <a:p xmlns:a="http://schemas.openxmlformats.org/drawingml/2006/main">
            <a:pPr algn="ctr" eaLnBrk="0" latinLnBrk="0">
              <a:lnSpc>
                <a:spcPct val="117000"/>
              </a:lnSpc>
              <a:buNone/>
              <a:defRPr sz="1650" b="1" lang="ko-KR">
                <a:solidFill>
                  <a:srgbClr val="24292F"/>
                </a:solidFill>
                <a:latin typeface="맑은 고딕"/>
                <a:ea typeface="맑은 고딕"/>
                <a:cs typeface="맑은 고딕"/>
              </a:defRPr>
            </a:pPr>
            <a:r>
              <a:rPr sz="1650" b="1" lang="ko-KR">
                <a:solidFill>
                  <a:srgbClr val="24292F"/>
                </a:solidFill>
                <a:latin typeface="맑은 고딕"/>
                <a:ea typeface="맑은 고딕"/>
                <a:cs typeface="맑은 고딕"/>
              </a:rPr>
              <a:t>딥 인터뷰와 계획 생성</a:t>
            </a:r>
          </a:p>
        </p:txBody>
      </p:sp>
      <p:sp>
        <p:nvSpPr>
          <p:cNvPr id="186" name="">
            <a:extLst xmlns:a="http://schemas.openxmlformats.org/drawingml/2006/main">
              <a:ext uri="{FF2B5EF4-FFF2-40B4-BE49-F238E27FC236}">
                <a16:creationId xmlns:a16="http://schemas.microsoft.com/office/drawing/2014/main" id="{2F6E19F2-F307-4380-B5EF-650B441B9BAC}"/>
              </a:ext>
            </a:extLst>
          </p:cNvPr>
          <p:cNvSpPr>
            <a:spLocks xmlns:a="http://schemas.openxmlformats.org/drawingml/2006/main" noGrp="1"/>
          </p:cNvSpPr>
          <p:nvPr/>
        </p:nvSpPr>
        <p:spPr>
          <a:xfrm xmlns:a="http://schemas.openxmlformats.org/drawingml/2006/main">
            <a:off x="3333750" y="2590800"/>
            <a:ext cx="2476500" cy="790575"/>
          </a:xfrm>
          <a:prstGeom xmlns:a="http://schemas.openxmlformats.org/drawingml/2006/main" prst="rect">
            <a:avLst/>
          </a:prstGeom>
          <a:solidFill xmlns:a="http://schemas.openxmlformats.org/drawingml/2006/main">
            <a:srgbClr val="F1F4FA"/>
          </a:solidFill>
          <a:ln xmlns:a="http://schemas.openxmlformats.org/drawingml/2006/main" w="9525">
            <a:solidFill>
              <a:srgbClr val="3B5AA8"/>
            </a:solidFill>
          </a:ln>
        </p:spPr>
        <p:txBody>
          <a:bodyPr xmlns:a="http://schemas.openxmlformats.org/drawingml/2006/main" wrap="square" lIns="76200" tIns="47625" rIns="76200" bIns="47625" anchor="ctr">
            <a:noAutofit/>
          </a:bodyPr>
          <a:lstStyle xmlns:a="http://schemas.openxmlformats.org/drawingml/2006/main"/>
          <a:p xmlns:a="http://schemas.openxmlformats.org/drawingml/2006/main">
            <a:pPr algn="ctr" eaLnBrk="0" latinLnBrk="0">
              <a:lnSpc>
                <a:spcPct val="117000"/>
              </a:lnSpc>
              <a:buNone/>
              <a:defRPr sz="1650" b="1" lang="ko-KR">
                <a:solidFill>
                  <a:srgbClr val="24292F"/>
                </a:solidFill>
                <a:latin typeface="맑은 고딕"/>
                <a:ea typeface="맑은 고딕"/>
                <a:cs typeface="맑은 고딕"/>
              </a:defRPr>
            </a:pPr>
            <a:r>
              <a:rPr sz="1650" b="1" lang="ko-KR">
                <a:solidFill>
                  <a:srgbClr val="24292F"/>
                </a:solidFill>
                <a:latin typeface="맑은 고딕"/>
                <a:ea typeface="맑은 고딕"/>
                <a:cs typeface="맑은 고딕"/>
              </a:rPr>
              <a:t>실행</a:t>
            </a:r>
          </a:p>
          <a:p xmlns:a="http://schemas.openxmlformats.org/drawingml/2006/main">
            <a:pPr algn="ctr" eaLnBrk="0" latinLnBrk="0">
              <a:lnSpc>
                <a:spcPct val="117000"/>
              </a:lnSpc>
              <a:buNone/>
              <a:defRPr sz="1650" b="1" lang="ko-KR">
                <a:solidFill>
                  <a:srgbClr val="24292F"/>
                </a:solidFill>
                <a:latin typeface="맑은 고딕"/>
                <a:ea typeface="맑은 고딕"/>
                <a:cs typeface="맑은 고딕"/>
              </a:defRPr>
            </a:pPr>
            <a:r>
              <a:rPr sz="1650" b="1" lang="ko-KR">
                <a:solidFill>
                  <a:srgbClr val="24292F"/>
                </a:solidFill>
                <a:latin typeface="맑은 고딕"/>
                <a:ea typeface="맑은 고딕"/>
                <a:cs typeface="맑은 고딕"/>
              </a:rPr>
              <a:t>오늘 할 일과 집중</a:t>
            </a:r>
          </a:p>
        </p:txBody>
      </p:sp>
      <p:sp>
        <p:nvSpPr>
          <p:cNvPr id="187" name="">
            <a:extLst xmlns:a="http://schemas.openxmlformats.org/drawingml/2006/main">
              <a:ext uri="{FF2B5EF4-FFF2-40B4-BE49-F238E27FC236}">
                <a16:creationId xmlns:a16="http://schemas.microsoft.com/office/drawing/2014/main" id="{42A18ACF-533C-43AD-9BD4-87EBB03D4E6A}"/>
              </a:ext>
            </a:extLst>
          </p:cNvPr>
          <p:cNvSpPr>
            <a:spLocks xmlns:a="http://schemas.openxmlformats.org/drawingml/2006/main" noGrp="1"/>
          </p:cNvSpPr>
          <p:nvPr/>
        </p:nvSpPr>
        <p:spPr>
          <a:xfrm xmlns:a="http://schemas.openxmlformats.org/drawingml/2006/main">
            <a:off x="6248400" y="2590800"/>
            <a:ext cx="2476500" cy="790575"/>
          </a:xfrm>
          <a:prstGeom xmlns:a="http://schemas.openxmlformats.org/drawingml/2006/main" prst="rect">
            <a:avLst/>
          </a:prstGeom>
          <a:solidFill xmlns:a="http://schemas.openxmlformats.org/drawingml/2006/main">
            <a:srgbClr val="FFF1E9"/>
          </a:solidFill>
          <a:ln xmlns:a="http://schemas.openxmlformats.org/drawingml/2006/main" w="9525">
            <a:solidFill>
              <a:srgbClr val="9E472F"/>
            </a:solidFill>
          </a:ln>
        </p:spPr>
        <p:txBody>
          <a:bodyPr xmlns:a="http://schemas.openxmlformats.org/drawingml/2006/main" wrap="square" lIns="76200" tIns="47625" rIns="76200" bIns="47625" anchor="ctr">
            <a:noAutofit/>
          </a:bodyPr>
          <a:lstStyle xmlns:a="http://schemas.openxmlformats.org/drawingml/2006/main"/>
          <a:p xmlns:a="http://schemas.openxmlformats.org/drawingml/2006/main">
            <a:pPr algn="ctr" eaLnBrk="0" latinLnBrk="0">
              <a:lnSpc>
                <a:spcPct val="117000"/>
              </a:lnSpc>
              <a:buNone/>
              <a:defRPr sz="1650" b="1" lang="ko-KR">
                <a:solidFill>
                  <a:srgbClr val="9E472F"/>
                </a:solidFill>
                <a:latin typeface="맑은 고딕"/>
                <a:ea typeface="맑은 고딕"/>
                <a:cs typeface="맑은 고딕"/>
              </a:defRPr>
            </a:pPr>
            <a:r>
              <a:rPr sz="1650" b="1" lang="ko-KR">
                <a:solidFill>
                  <a:srgbClr val="9E472F"/>
                </a:solidFill>
                <a:latin typeface="맑은 고딕"/>
                <a:ea typeface="맑은 고딕"/>
                <a:cs typeface="맑은 고딕"/>
              </a:rPr>
              <a:t>실패 기록</a:t>
            </a:r>
          </a:p>
          <a:p xmlns:a="http://schemas.openxmlformats.org/drawingml/2006/main">
            <a:pPr algn="ctr" eaLnBrk="0" latinLnBrk="0">
              <a:lnSpc>
                <a:spcPct val="117000"/>
              </a:lnSpc>
              <a:buNone/>
              <a:defRPr sz="1650" b="1" lang="ko-KR">
                <a:solidFill>
                  <a:srgbClr val="9E472F"/>
                </a:solidFill>
                <a:latin typeface="맑은 고딕"/>
                <a:ea typeface="맑은 고딕"/>
                <a:cs typeface="맑은 고딕"/>
              </a:defRPr>
            </a:pPr>
            <a:r>
              <a:rPr sz="1650" b="1" lang="ko-KR">
                <a:solidFill>
                  <a:srgbClr val="9E472F"/>
                </a:solidFill>
                <a:latin typeface="맑은 고딕"/>
                <a:ea typeface="맑은 고딕"/>
                <a:cs typeface="맑은 고딕"/>
              </a:rPr>
              <a:t>실행 결과와 원인</a:t>
            </a:r>
          </a:p>
        </p:txBody>
      </p:sp>
      <p:sp>
        <p:nvSpPr>
          <p:cNvPr id="188" name="">
            <a:extLst xmlns:a="http://schemas.openxmlformats.org/drawingml/2006/main">
              <a:ext uri="{FF2B5EF4-FFF2-40B4-BE49-F238E27FC236}">
                <a16:creationId xmlns:a16="http://schemas.microsoft.com/office/drawing/2014/main" id="{F6292925-6DCE-4D24-936A-B95B5E7C82A7}"/>
              </a:ext>
            </a:extLst>
          </p:cNvPr>
          <p:cNvSpPr>
            <a:spLocks xmlns:a="http://schemas.openxmlformats.org/drawingml/2006/main" noGrp="1"/>
          </p:cNvSpPr>
          <p:nvPr/>
        </p:nvSpPr>
        <p:spPr>
          <a:xfrm xmlns:a="http://schemas.openxmlformats.org/drawingml/2006/main">
            <a:off x="6248400" y="4143375"/>
            <a:ext cx="2476500" cy="838200"/>
          </a:xfrm>
          <a:prstGeom xmlns:a="http://schemas.openxmlformats.org/drawingml/2006/main" prst="rect">
            <a:avLst/>
          </a:prstGeom>
          <a:solidFill xmlns:a="http://schemas.openxmlformats.org/drawingml/2006/main">
            <a:srgbClr val="FFF1E9"/>
          </a:solidFill>
          <a:ln xmlns:a="http://schemas.openxmlformats.org/drawingml/2006/main" w="9525">
            <a:solidFill>
              <a:srgbClr val="9E472F"/>
            </a:solidFill>
          </a:ln>
        </p:spPr>
        <p:txBody>
          <a:bodyPr xmlns:a="http://schemas.openxmlformats.org/drawingml/2006/main" wrap="square" lIns="76200" tIns="47625" rIns="76200" bIns="47625" anchor="ctr">
            <a:noAutofit/>
          </a:bodyPr>
          <a:lstStyle xmlns:a="http://schemas.openxmlformats.org/drawingml/2006/main"/>
          <a:p xmlns:a="http://schemas.openxmlformats.org/drawingml/2006/main">
            <a:pPr algn="ctr" eaLnBrk="0" latinLnBrk="0">
              <a:lnSpc>
                <a:spcPct val="117000"/>
              </a:lnSpc>
              <a:buNone/>
              <a:defRPr sz="1650" b="1" lang="ko-KR">
                <a:solidFill>
                  <a:srgbClr val="9E472F"/>
                </a:solidFill>
                <a:latin typeface="맑은 고딕"/>
                <a:ea typeface="맑은 고딕"/>
                <a:cs typeface="맑은 고딕"/>
              </a:defRPr>
            </a:pPr>
            <a:r>
              <a:rPr sz="1650" b="1" lang="ko-KR">
                <a:solidFill>
                  <a:srgbClr val="9E472F"/>
                </a:solidFill>
                <a:latin typeface="맑은 고딕"/>
                <a:ea typeface="맑은 고딕"/>
                <a:cs typeface="맑은 고딕"/>
              </a:rPr>
              <a:t>회복안 선택</a:t>
            </a:r>
          </a:p>
          <a:p xmlns:a="http://schemas.openxmlformats.org/drawingml/2006/main">
            <a:pPr algn="ctr" eaLnBrk="0" latinLnBrk="0">
              <a:lnSpc>
                <a:spcPct val="117000"/>
              </a:lnSpc>
              <a:buNone/>
              <a:defRPr sz="1650" b="1" lang="ko-KR">
                <a:solidFill>
                  <a:srgbClr val="9E472F"/>
                </a:solidFill>
                <a:latin typeface="맑은 고딕"/>
                <a:ea typeface="맑은 고딕"/>
                <a:cs typeface="맑은 고딕"/>
              </a:defRPr>
            </a:pPr>
            <a:r>
              <a:rPr sz="1650" b="1" lang="ko-KR">
                <a:solidFill>
                  <a:srgbClr val="9E472F"/>
                </a:solidFill>
                <a:latin typeface="맑은 고딕"/>
                <a:ea typeface="맑은 고딕"/>
                <a:cs typeface="맑은 고딕"/>
              </a:rPr>
              <a:t>지금 가능한 방법 고르기</a:t>
            </a:r>
          </a:p>
        </p:txBody>
      </p:sp>
      <p:sp>
        <p:nvSpPr>
          <p:cNvPr id="189" name="">
            <a:extLst xmlns:a="http://schemas.openxmlformats.org/drawingml/2006/main">
              <a:ext uri="{FF2B5EF4-FFF2-40B4-BE49-F238E27FC236}">
                <a16:creationId xmlns:a16="http://schemas.microsoft.com/office/drawing/2014/main" id="{95B61B9C-1A6C-4F90-8C9B-DCCC14E2D06D}"/>
              </a:ext>
            </a:extLst>
          </p:cNvPr>
          <p:cNvSpPr>
            <a:spLocks xmlns:a="http://schemas.openxmlformats.org/drawingml/2006/main" noGrp="1"/>
          </p:cNvSpPr>
          <p:nvPr/>
        </p:nvSpPr>
        <p:spPr>
          <a:xfrm xmlns:a="http://schemas.openxmlformats.org/drawingml/2006/main">
            <a:off x="3333750" y="4143375"/>
            <a:ext cx="2476500" cy="838200"/>
          </a:xfrm>
          <a:prstGeom xmlns:a="http://schemas.openxmlformats.org/drawingml/2006/main" prst="rect">
            <a:avLst/>
          </a:prstGeom>
          <a:solidFill xmlns:a="http://schemas.openxmlformats.org/drawingml/2006/main">
            <a:srgbClr val="FFF1E9"/>
          </a:solidFill>
          <a:ln xmlns:a="http://schemas.openxmlformats.org/drawingml/2006/main" w="9525">
            <a:solidFill>
              <a:srgbClr val="9E472F"/>
            </a:solidFill>
          </a:ln>
        </p:spPr>
        <p:txBody>
          <a:bodyPr xmlns:a="http://schemas.openxmlformats.org/drawingml/2006/main" wrap="square" lIns="76200" tIns="47625" rIns="76200" bIns="47625" anchor="ctr">
            <a:noAutofit/>
          </a:bodyPr>
          <a:lstStyle xmlns:a="http://schemas.openxmlformats.org/drawingml/2006/main"/>
          <a:p xmlns:a="http://schemas.openxmlformats.org/drawingml/2006/main">
            <a:pPr algn="ctr" eaLnBrk="0" latinLnBrk="0">
              <a:lnSpc>
                <a:spcPct val="117000"/>
              </a:lnSpc>
              <a:buNone/>
              <a:defRPr sz="1650" b="1" lang="ko-KR">
                <a:solidFill>
                  <a:srgbClr val="9E472F"/>
                </a:solidFill>
                <a:latin typeface="맑은 고딕"/>
                <a:ea typeface="맑은 고딕"/>
                <a:cs typeface="맑은 고딕"/>
              </a:defRPr>
            </a:pPr>
            <a:r>
              <a:rPr sz="1650" b="1" lang="ko-KR">
                <a:solidFill>
                  <a:srgbClr val="9E472F"/>
                </a:solidFill>
                <a:latin typeface="맑은 고딕"/>
                <a:ea typeface="맑은 고딕"/>
                <a:cs typeface="맑은 고딕"/>
              </a:rPr>
              <a:t>리플랜</a:t>
            </a:r>
          </a:p>
          <a:p xmlns:a="http://schemas.openxmlformats.org/drawingml/2006/main">
            <a:pPr algn="ctr" eaLnBrk="0" latinLnBrk="0">
              <a:lnSpc>
                <a:spcPct val="117000"/>
              </a:lnSpc>
              <a:buNone/>
              <a:defRPr sz="1650" b="1" lang="ko-KR">
                <a:solidFill>
                  <a:srgbClr val="9E472F"/>
                </a:solidFill>
                <a:latin typeface="맑은 고딕"/>
                <a:ea typeface="맑은 고딕"/>
                <a:cs typeface="맑은 고딕"/>
              </a:defRPr>
            </a:pPr>
            <a:r>
              <a:rPr sz="1650" b="1" lang="ko-KR">
                <a:solidFill>
                  <a:srgbClr val="9E472F"/>
                </a:solidFill>
                <a:latin typeface="맑은 고딕"/>
                <a:ea typeface="맑은 고딕"/>
                <a:cs typeface="맑은 고딕"/>
              </a:rPr>
              <a:t>변경 전후 확인과 승인</a:t>
            </a:r>
          </a:p>
        </p:txBody>
      </p:sp>
      <p:sp>
        <p:nvSpPr>
          <p:cNvPr id="190" name="">
            <a:extLst xmlns:a="http://schemas.openxmlformats.org/drawingml/2006/main">
              <a:ext uri="{FF2B5EF4-FFF2-40B4-BE49-F238E27FC236}">
                <a16:creationId xmlns:a16="http://schemas.microsoft.com/office/drawing/2014/main" id="{64C4DEF1-9AAB-4CBE-8B4F-396991A3C5D5}"/>
              </a:ext>
            </a:extLst>
          </p:cNvPr>
          <p:cNvSpPr>
            <a:spLocks xmlns:a="http://schemas.openxmlformats.org/drawingml/2006/main" noGrp="1"/>
          </p:cNvSpPr>
          <p:nvPr/>
        </p:nvSpPr>
        <p:spPr>
          <a:xfrm xmlns:a="http://schemas.openxmlformats.org/drawingml/2006/main">
            <a:off x="419100" y="4143375"/>
            <a:ext cx="2476500" cy="838200"/>
          </a:xfrm>
          <a:prstGeom xmlns:a="http://schemas.openxmlformats.org/drawingml/2006/main" prst="rect">
            <a:avLst/>
          </a:prstGeom>
          <a:solidFill xmlns:a="http://schemas.openxmlformats.org/drawingml/2006/main">
            <a:srgbClr val="F1F4FA"/>
          </a:solidFill>
          <a:ln xmlns:a="http://schemas.openxmlformats.org/drawingml/2006/main" w="9525">
            <a:solidFill>
              <a:srgbClr val="3B5AA8"/>
            </a:solidFill>
          </a:ln>
        </p:spPr>
        <p:txBody>
          <a:bodyPr xmlns:a="http://schemas.openxmlformats.org/drawingml/2006/main" wrap="square" lIns="76200" tIns="47625" rIns="76200" bIns="47625" anchor="ctr">
            <a:noAutofit/>
          </a:bodyPr>
          <a:lstStyle xmlns:a="http://schemas.openxmlformats.org/drawingml/2006/main"/>
          <a:p xmlns:a="http://schemas.openxmlformats.org/drawingml/2006/main">
            <a:pPr algn="ctr" eaLnBrk="0" latinLnBrk="0">
              <a:lnSpc>
                <a:spcPct val="117000"/>
              </a:lnSpc>
              <a:buNone/>
              <a:defRPr sz="1650" b="1" lang="ko-KR">
                <a:solidFill>
                  <a:srgbClr val="24292F"/>
                </a:solidFill>
                <a:latin typeface="맑은 고딕"/>
                <a:ea typeface="맑은 고딕"/>
                <a:cs typeface="맑은 고딕"/>
              </a:defRPr>
            </a:pPr>
            <a:r>
              <a:rPr sz="1650" b="1" lang="ko-KR">
                <a:solidFill>
                  <a:srgbClr val="24292F"/>
                </a:solidFill>
                <a:latin typeface="맑은 고딕"/>
                <a:ea typeface="맑은 고딕"/>
                <a:cs typeface="맑은 고딕"/>
              </a:rPr>
              <a:t>다시 실행</a:t>
            </a:r>
          </a:p>
          <a:p xmlns:a="http://schemas.openxmlformats.org/drawingml/2006/main">
            <a:pPr algn="ctr" eaLnBrk="0" latinLnBrk="0">
              <a:lnSpc>
                <a:spcPct val="117000"/>
              </a:lnSpc>
              <a:buNone/>
              <a:defRPr sz="1650" b="1" lang="ko-KR">
                <a:solidFill>
                  <a:srgbClr val="24292F"/>
                </a:solidFill>
                <a:latin typeface="맑은 고딕"/>
                <a:ea typeface="맑은 고딕"/>
                <a:cs typeface="맑은 고딕"/>
              </a:defRPr>
            </a:pPr>
            <a:r>
              <a:rPr sz="1650" b="1" lang="ko-KR">
                <a:solidFill>
                  <a:srgbClr val="24292F"/>
                </a:solidFill>
                <a:latin typeface="맑은 고딕"/>
                <a:ea typeface="맑은 고딕"/>
                <a:cs typeface="맑은 고딕"/>
              </a:rPr>
              <a:t>바뀐 할 일 시작하기</a:t>
            </a:r>
          </a:p>
        </p:txBody>
      </p:sp>
      <p:cxnSp>
        <p:nvCxnSpPr>
          <p:cNvPr id="217" name=""/>
          <p:cNvCxnSpPr>
            <a:stCxn xmlns:a="http://schemas.openxmlformats.org/drawingml/2006/main" id="185" idx="3"/>
            <a:endCxn xmlns:a="http://schemas.openxmlformats.org/drawingml/2006/main" id="186" idx="1"/>
          </p:cNvCxnSpPr>
          <p:nvPr/>
        </p:nvCxnSpPr>
        <p:spPr>
          <a:xfrm xmlns:a="http://schemas.openxmlformats.org/drawingml/2006/main">
            <a:off x="2895600" y="2986088"/>
            <a:ext cx="438150" cy="0"/>
          </a:xfrm>
          <a:prstGeom xmlns:a="http://schemas.openxmlformats.org/drawingml/2006/main" prst="straightConnector1">
            <a:avLst/>
          </a:prstGeom>
          <a:ln xmlns:a="http://schemas.openxmlformats.org/drawingml/2006/main" w="13335">
            <a:solidFill>
              <a:srgbClr val="3B5AA8"/>
            </a:solidFill>
            <a:tailEnd type="triangle" w="med" len="med"/>
          </a:ln>
        </p:spPr>
      </p:cxnSp>
      <p:cxnSp>
        <p:nvCxnSpPr>
          <p:cNvPr id="218" name=""/>
          <p:cNvCxnSpPr>
            <a:stCxn xmlns:a="http://schemas.openxmlformats.org/drawingml/2006/main" id="186" idx="3"/>
            <a:endCxn xmlns:a="http://schemas.openxmlformats.org/drawingml/2006/main" id="187" idx="1"/>
          </p:cNvCxnSpPr>
          <p:nvPr/>
        </p:nvCxnSpPr>
        <p:spPr>
          <a:xfrm xmlns:a="http://schemas.openxmlformats.org/drawingml/2006/main">
            <a:off x="5810250" y="2986088"/>
            <a:ext cx="438150" cy="0"/>
          </a:xfrm>
          <a:prstGeom xmlns:a="http://schemas.openxmlformats.org/drawingml/2006/main" prst="straightConnector1">
            <a:avLst/>
          </a:prstGeom>
          <a:ln xmlns:a="http://schemas.openxmlformats.org/drawingml/2006/main" w="13335">
            <a:solidFill>
              <a:srgbClr val="3B5AA8"/>
            </a:solidFill>
            <a:tailEnd type="triangle" w="med" len="med"/>
          </a:ln>
        </p:spPr>
      </p:cxnSp>
      <p:cxnSp>
        <p:nvCxnSpPr>
          <p:cNvPr id="219" name=""/>
          <p:cNvCxnSpPr>
            <a:stCxn xmlns:a="http://schemas.openxmlformats.org/drawingml/2006/main" id="187" idx="2"/>
            <a:endCxn xmlns:a="http://schemas.openxmlformats.org/drawingml/2006/main" id="188" idx="0"/>
          </p:cNvCxnSpPr>
          <p:nvPr/>
        </p:nvCxnSpPr>
        <p:spPr>
          <a:xfrm xmlns:a="http://schemas.openxmlformats.org/drawingml/2006/main">
            <a:off x="7486650" y="3381375"/>
            <a:ext cx="0" cy="762000"/>
          </a:xfrm>
          <a:prstGeom xmlns:a="http://schemas.openxmlformats.org/drawingml/2006/main" prst="straightConnector1">
            <a:avLst/>
          </a:prstGeom>
          <a:ln xmlns:a="http://schemas.openxmlformats.org/drawingml/2006/main" w="13335">
            <a:solidFill>
              <a:srgbClr val="3B5AA8"/>
            </a:solidFill>
            <a:tailEnd type="triangle" w="med" len="med"/>
          </a:ln>
        </p:spPr>
      </p:cxnSp>
      <p:cxnSp>
        <p:nvCxnSpPr>
          <p:cNvPr id="220" name=""/>
          <p:cNvCxnSpPr>
            <a:stCxn xmlns:a="http://schemas.openxmlformats.org/drawingml/2006/main" id="188" idx="1"/>
            <a:endCxn xmlns:a="http://schemas.openxmlformats.org/drawingml/2006/main" id="189" idx="3"/>
          </p:cNvCxnSpPr>
          <p:nvPr/>
        </p:nvCxnSpPr>
        <p:spPr>
          <a:xfrm xmlns:a="http://schemas.openxmlformats.org/drawingml/2006/main" flipH="1">
            <a:off x="5810250" y="4562475"/>
            <a:ext cx="438150" cy="0"/>
          </a:xfrm>
          <a:prstGeom xmlns:a="http://schemas.openxmlformats.org/drawingml/2006/main" prst="straightConnector1">
            <a:avLst/>
          </a:prstGeom>
          <a:ln xmlns:a="http://schemas.openxmlformats.org/drawingml/2006/main" w="13335">
            <a:solidFill>
              <a:srgbClr val="3B5AA8"/>
            </a:solidFill>
            <a:tailEnd type="triangle" w="med" len="med"/>
          </a:ln>
        </p:spPr>
      </p:cxnSp>
      <p:cxnSp>
        <p:nvCxnSpPr>
          <p:cNvPr id="221" name=""/>
          <p:cNvCxnSpPr>
            <a:stCxn xmlns:a="http://schemas.openxmlformats.org/drawingml/2006/main" id="189" idx="1"/>
            <a:endCxn xmlns:a="http://schemas.openxmlformats.org/drawingml/2006/main" id="190" idx="3"/>
          </p:cNvCxnSpPr>
          <p:nvPr/>
        </p:nvCxnSpPr>
        <p:spPr>
          <a:xfrm xmlns:a="http://schemas.openxmlformats.org/drawingml/2006/main" flipH="1">
            <a:off x="2895600" y="4562475"/>
            <a:ext cx="438150" cy="0"/>
          </a:xfrm>
          <a:prstGeom xmlns:a="http://schemas.openxmlformats.org/drawingml/2006/main" prst="straightConnector1">
            <a:avLst/>
          </a:prstGeom>
          <a:ln xmlns:a="http://schemas.openxmlformats.org/drawingml/2006/main" w="13335">
            <a:solidFill>
              <a:srgbClr val="3B5AA8"/>
            </a:solidFill>
            <a:tailEnd type="triangle" w="med" len="med"/>
          </a:ln>
        </p:spPr>
      </p:cxnSp>
      <p:cxnSp>
        <p:nvCxnSpPr>
          <p:cNvPr id="222" name=""/>
          <p:cNvCxnSpPr>
            <a:stCxn xmlns:a="http://schemas.openxmlformats.org/drawingml/2006/main" id="190" idx="0"/>
            <a:endCxn xmlns:a="http://schemas.openxmlformats.org/drawingml/2006/main" id="186" idx="2"/>
          </p:cNvCxnSpPr>
          <p:nvPr/>
        </p:nvCxnSpPr>
        <p:spPr>
          <a:xfrm xmlns:a="http://schemas.openxmlformats.org/drawingml/2006/main" flipV="1">
            <a:off x="1657350" y="3381375"/>
            <a:ext cx="2914650" cy="762000"/>
          </a:xfrm>
          <a:prstGeom xmlns:a="http://schemas.openxmlformats.org/drawingml/2006/main" prst="bentConnector4">
            <a:avLst>
              <a:gd name="adj1" fmla="val 0"/>
              <a:gd name="adj2" fmla="val 50000"/>
            </a:avLst>
          </a:prstGeom>
          <a:ln xmlns:a="http://schemas.openxmlformats.org/drawingml/2006/main" w="13335">
            <a:solidFill>
              <a:srgbClr val="3B5AA8"/>
            </a:solidFill>
            <a:tailEnd type="triangle" w="med" len="med"/>
          </a:ln>
        </p:spPr>
      </p:cxnSp>
      <p:sp>
        <p:nvSpPr>
          <p:cNvPr id="197" name="">
            <a:extLst xmlns:a="http://schemas.openxmlformats.org/drawingml/2006/main">
              <a:ext uri="{FF2B5EF4-FFF2-40B4-BE49-F238E27FC236}">
                <a16:creationId xmlns:a16="http://schemas.microsoft.com/office/drawing/2014/main" id="{F2C610E7-F535-40B4-B192-57561875382B}"/>
              </a:ext>
            </a:extLst>
          </p:cNvPr>
          <p:cNvSpPr>
            <a:spLocks xmlns:a="http://schemas.openxmlformats.org/drawingml/2006/main" noGrp="1"/>
          </p:cNvSpPr>
          <p:nvPr/>
        </p:nvSpPr>
        <p:spPr>
          <a:xfrm xmlns:a="http://schemas.openxmlformats.org/drawingml/2006/main">
            <a:off x="2400300" y="3476625"/>
            <a:ext cx="2143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eaLnBrk="0" latinLnBrk="0">
              <a:lnSpc>
                <a:spcPct val="123000"/>
              </a:lnSpc>
              <a:buNone/>
              <a:defRPr sz="1275" b="0" lang="ko-KR">
                <a:solidFill>
                  <a:srgbClr val="3B5AA8"/>
                </a:solidFill>
                <a:latin typeface="맑은 고딕"/>
                <a:ea typeface="맑은 고딕"/>
                <a:cs typeface="맑은 고딕"/>
              </a:defRPr>
            </a:pPr>
            <a:r>
              <a:rPr sz="1275" b="0" lang="ko-KR">
                <a:solidFill>
                  <a:srgbClr val="3B5AA8"/>
                </a:solidFill>
                <a:latin typeface="맑은 고딕"/>
                <a:ea typeface="맑은 고딕"/>
                <a:cs typeface="맑은 고딕"/>
              </a:rPr>
              <a:t>다음 실행으로 반복</a:t>
            </a:r>
          </a:p>
        </p:txBody>
      </p:sp>
      <p:sp>
        <p:nvSpPr>
          <p:cNvPr id="198" name="">
            <a:extLst xmlns:a="http://schemas.openxmlformats.org/drawingml/2006/main">
              <a:ext uri="{FF2B5EF4-FFF2-40B4-BE49-F238E27FC236}">
                <a16:creationId xmlns:a16="http://schemas.microsoft.com/office/drawing/2014/main" id="{EC737C1F-EC96-448A-B0F4-02C26499E203}"/>
              </a:ext>
            </a:extLst>
          </p:cNvPr>
          <p:cNvSpPr>
            <a:spLocks xmlns:a="http://schemas.openxmlformats.org/drawingml/2006/main" noGrp="1"/>
          </p:cNvSpPr>
          <p:nvPr/>
        </p:nvSpPr>
        <p:spPr>
          <a:xfrm xmlns:a="http://schemas.openxmlformats.org/drawingml/2006/main">
            <a:off x="419100" y="5514975"/>
            <a:ext cx="2476500" cy="533400"/>
          </a:xfrm>
          <a:prstGeom xmlns:a="http://schemas.openxmlformats.org/drawingml/2006/main" prst="rect">
            <a:avLst/>
          </a:prstGeom>
          <a:solidFill xmlns:a="http://schemas.openxmlformats.org/drawingml/2006/main">
            <a:srgbClr val="F1F4FA"/>
          </a:solidFill>
          <a:ln xmlns:a="http://schemas.openxmlformats.org/drawingml/2006/main" w="9525">
            <a:solidFill>
              <a:srgbClr val="3B5AA8"/>
            </a:solidFill>
          </a:ln>
        </p:spPr>
        <p:txBody>
          <a:bodyPr xmlns:a="http://schemas.openxmlformats.org/drawingml/2006/main" wrap="square" lIns="76200" tIns="47625" rIns="76200" bIns="47625" anchor="ctr">
            <a:noAutofit/>
          </a:bodyPr>
          <a:lstStyle xmlns:a="http://schemas.openxmlformats.org/drawingml/2006/main"/>
          <a:p xmlns:a="http://schemas.openxmlformats.org/drawingml/2006/main">
            <a:pPr algn="ctr" eaLnBrk="0" latinLnBrk="0">
              <a:lnSpc>
                <a:spcPct val="117000"/>
              </a:lnSpc>
              <a:buNone/>
              <a:defRPr sz="1650" b="1" lang="ko-KR">
                <a:solidFill>
                  <a:srgbClr val="24292F"/>
                </a:solidFill>
                <a:latin typeface="맑은 고딕"/>
                <a:ea typeface="맑은 고딕"/>
                <a:cs typeface="맑은 고딕"/>
              </a:defRPr>
            </a:pPr>
            <a:r>
              <a:rPr sz="1650" b="1" lang="ko-KR">
                <a:solidFill>
                  <a:srgbClr val="24292F"/>
                </a:solidFill>
                <a:latin typeface="맑은 고딕"/>
                <a:ea typeface="맑은 고딕"/>
                <a:cs typeface="맑은 고딕"/>
              </a:rPr>
              <a:t>주간 리뷰</a:t>
            </a:r>
          </a:p>
        </p:txBody>
      </p:sp>
      <p:sp>
        <p:nvSpPr>
          <p:cNvPr id="199" name="">
            <a:extLst xmlns:a="http://schemas.openxmlformats.org/drawingml/2006/main">
              <a:ext uri="{FF2B5EF4-FFF2-40B4-BE49-F238E27FC236}">
                <a16:creationId xmlns:a16="http://schemas.microsoft.com/office/drawing/2014/main" id="{64F27D01-AD74-40FE-B7C0-1A6D01E4AB04}"/>
              </a:ext>
            </a:extLst>
          </p:cNvPr>
          <p:cNvSpPr>
            <a:spLocks xmlns:a="http://schemas.openxmlformats.org/drawingml/2006/main" noGrp="1"/>
          </p:cNvSpPr>
          <p:nvPr/>
        </p:nvSpPr>
        <p:spPr>
          <a:xfrm xmlns:a="http://schemas.openxmlformats.org/drawingml/2006/main">
            <a:off x="3333750" y="5467350"/>
            <a:ext cx="53911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eaLnBrk="0" latinLnBrk="0">
              <a:lnSpc>
                <a:spcPct val="123000"/>
              </a:lnSpc>
              <a:buNone/>
              <a:defRPr sz="1575" b="0" lang="ko-KR">
                <a:solidFill>
                  <a:srgbClr val="24292F"/>
                </a:solidFill>
                <a:latin typeface="맑은 고딕"/>
                <a:ea typeface="맑은 고딕"/>
                <a:cs typeface="맑은 고딕"/>
              </a:defRPr>
            </a:pPr>
            <a:r>
              <a:rPr sz="1575" b="0" lang="ko-KR">
                <a:solidFill>
                  <a:srgbClr val="24292F"/>
                </a:solidFill>
                <a:latin typeface="맑은 고딕"/>
                <a:ea typeface="맑은 고딕"/>
                <a:cs typeface="맑은 고딕"/>
              </a:rPr>
              <a:t>한 주의 실행과 회복 기록을 보고</a:t>
            </a:r>
          </a:p>
          <a:p xmlns:a="http://schemas.openxmlformats.org/drawingml/2006/main">
            <a:pPr algn="l" eaLnBrk="0" latinLnBrk="0">
              <a:lnSpc>
                <a:spcPct val="123000"/>
              </a:lnSpc>
              <a:buNone/>
              <a:defRPr sz="1575" b="0" lang="ko-KR">
                <a:solidFill>
                  <a:srgbClr val="24292F"/>
                </a:solidFill>
                <a:latin typeface="맑은 고딕"/>
                <a:ea typeface="맑은 고딕"/>
                <a:cs typeface="맑은 고딕"/>
              </a:defRPr>
            </a:pPr>
            <a:r>
              <a:rPr sz="1575" b="0" lang="ko-KR">
                <a:solidFill>
                  <a:srgbClr val="24292F"/>
                </a:solidFill>
                <a:latin typeface="맑은 고딕"/>
                <a:ea typeface="맑은 고딕"/>
                <a:cs typeface="맑은 고딕"/>
              </a:rPr>
              <a:t>다음 계획의 분량과 시간을 조정한다.</a:t>
            </a:r>
          </a:p>
        </p:txBody>
      </p:sp>
      <p:sp>
        <p:nvSpPr>
          <p:cNvPr id="200" name="">
            <a:extLst xmlns:a="http://schemas.openxmlformats.org/drawingml/2006/main">
              <a:ext uri="{FF2B5EF4-FFF2-40B4-BE49-F238E27FC236}">
                <a16:creationId xmlns:a16="http://schemas.microsoft.com/office/drawing/2014/main" id="{3CDD52BA-1936-4F7F-BF2D-275BAD1831AF}"/>
              </a:ext>
            </a:extLst>
          </p:cNvPr>
          <p:cNvSpPr>
            <a:spLocks xmlns:a="http://schemas.openxmlformats.org/drawingml/2006/main" noGrp="1"/>
          </p:cNvSpPr>
          <p:nvPr/>
        </p:nvSpPr>
        <p:spPr>
          <a:xfrm xmlns:a="http://schemas.openxmlformats.org/drawingml/2006/main">
            <a:off x="419100" y="6181725"/>
            <a:ext cx="8305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eaLnBrk="0" latinLnBrk="0">
              <a:lnSpc>
                <a:spcPct val="123000"/>
              </a:lnSpc>
              <a:buNone/>
              <a:defRPr sz="1275" b="0" lang="ko-KR">
                <a:solidFill>
                  <a:srgbClr val="5B6570"/>
                </a:solidFill>
                <a:latin typeface="맑은 고딕"/>
                <a:ea typeface="맑은 고딕"/>
                <a:cs typeface="맑은 고딕"/>
              </a:defRPr>
            </a:pPr>
            <a:r>
              <a:rPr sz="1275" b="0" lang="ko-KR">
                <a:solidFill>
                  <a:srgbClr val="5B6570"/>
                </a:solidFill>
                <a:latin typeface="맑은 고딕"/>
                <a:ea typeface="맑은 고딕"/>
                <a:cs typeface="맑은 고딕"/>
              </a:rPr>
              <a:t>보조 기능: 인박스, 장기 목표, PWA, 앱 셸, 설정.</a:t>
            </a:r>
          </a:p>
        </p:txBody>
      </p:sp>
    </p:spTree>
    <p:extLst>
      <p:ext uri="{BB962C8B-B14F-4D97-AF65-F5344CB8AC3E}">
        <p14:creationId xmlns:p14="http://schemas.microsoft.com/office/powerpoint/2010/main" val="3195766679"/>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4" name="직사각형 23">
            <a:extLst xmlns:a="http://schemas.openxmlformats.org/drawingml/2006/main">
              <a:ext uri="{FF2B5EF4-FFF2-40B4-BE49-F238E27FC236}">
                <a16:creationId xmlns:a16="http://schemas.microsoft.com/office/drawing/2014/main" id="{87FE247D-BCD8-49C9-AB08-42C204606102}"/>
              </a:ext>
            </a:extLst>
          </p:cNvPr>
          <p:cNvSpPr>
            <a:spLocks xmlns:a="http://schemas.openxmlformats.org/drawingml/2006/main" noGrp="1"/>
          </p:cNvSpPr>
          <p:nvPr/>
        </p:nvSpPr>
        <p:spPr>
          <a:xfrm xmlns:a="http://schemas.openxmlformats.org/drawingml/2006/main">
            <a:off x="107504" y="0"/>
            <a:ext cx="3096344" cy="1124744"/>
          </a:xfrm>
          <a:prstGeom xmlns:a="http://schemas.openxmlformats.org/drawingml/2006/main" prst="rect">
            <a:avLst/>
          </a:prstGeom>
          <a:solidFill xmlns:a="http://schemas.openxmlformats.org/drawingml/2006/main">
            <a:srgbClr val="3B5AA8"/>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eaLnBrk="0" latinLnBrk="0">
              <a:buNone/>
            </a:pPr>
            <a:endParaRPr lang="ko-KR"/>
          </a:p>
        </p:txBody>
      </p:sp>
      <p:sp>
        <p:nvSpPr>
          <p:cNvPr id="25" name="직선 연결선 24">
            <a:extLst xmlns:a="http://schemas.openxmlformats.org/drawingml/2006/main">
              <a:ext uri="{FF2B5EF4-FFF2-40B4-BE49-F238E27FC236}">
                <a16:creationId xmlns:a16="http://schemas.microsoft.com/office/drawing/2014/main" id="{56E72A93-616C-44BF-B205-95E477EF8F6D}"/>
              </a:ext>
            </a:extLst>
          </p:cNvPr>
          <p:cNvSpPr>
            <a:spLocks xmlns:a="http://schemas.openxmlformats.org/drawingml/2006/main" noGrp="1"/>
          </p:cNvSpPr>
          <p:nvPr/>
        </p:nvSpPr>
        <p:spPr>
          <a:xfrm xmlns:a="http://schemas.openxmlformats.org/drawingml/2006/main">
            <a:off x="424356" y="541195"/>
            <a:ext cx="2591728" cy="0"/>
          </a:xfrm>
          <a:prstGeom xmlns:a="http://schemas.openxmlformats.org/drawingml/2006/main" prst="line">
            <a:avLst/>
          </a:prstGeom>
          <a:ln xmlns:a="http://schemas.openxmlformats.org/drawingml/2006/main" w="28575">
            <a:solidFill>
              <a:schemeClr val="bg1">
                <a:lumMod val="95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txBody>
          <a:bodyPr xmlns:a="http://schemas.openxmlformats.org/drawingml/2006/main"/>
          <a:lstStyle xmlns:a="http://schemas.openxmlformats.org/drawingml/2006/main"/>
          <a:p xmlns:a="http://schemas.openxmlformats.org/drawingml/2006/main">
            <a:pPr eaLnBrk="0" latinLnBrk="0">
              <a:buNone/>
            </a:pPr>
            <a:endParaRPr lang="ko-KR"/>
          </a:p>
        </p:txBody>
      </p:sp>
      <p:sp>
        <p:nvSpPr>
          <p:cNvPr id="26" name="직선 연결선 25">
            <a:extLst xmlns:a="http://schemas.openxmlformats.org/drawingml/2006/main">
              <a:ext uri="{FF2B5EF4-FFF2-40B4-BE49-F238E27FC236}">
                <a16:creationId xmlns:a16="http://schemas.microsoft.com/office/drawing/2014/main" id="{072C1394-538A-4BCF-9224-0784E0A048B3}"/>
              </a:ext>
            </a:extLst>
          </p:cNvPr>
          <p:cNvSpPr>
            <a:spLocks xmlns:a="http://schemas.openxmlformats.org/drawingml/2006/main" noGrp="1"/>
          </p:cNvSpPr>
          <p:nvPr/>
        </p:nvSpPr>
        <p:spPr>
          <a:xfrm xmlns:a="http://schemas.openxmlformats.org/drawingml/2006/main">
            <a:off x="3275856" y="548680"/>
            <a:ext cx="5328592" cy="0"/>
          </a:xfrm>
          <a:prstGeom xmlns:a="http://schemas.openxmlformats.org/drawingml/2006/main" prst="line">
            <a:avLst/>
          </a:prstGeom>
          <a:ln xmlns:a="http://schemas.openxmlformats.org/drawingml/2006/main" w="28575">
            <a:solidFill>
              <a:srgbClr val="3B5AA8"/>
            </a:solidFill>
          </a:ln>
        </p:spPr>
        <p:style>
          <a:lnRef xmlns:a="http://schemas.openxmlformats.org/drawingml/2006/main" idx="1">
            <a:schemeClr val="accent4"/>
          </a:lnRef>
          <a:fillRef xmlns:a="http://schemas.openxmlformats.org/drawingml/2006/main" idx="0">
            <a:schemeClr val="accent4"/>
          </a:fillRef>
          <a:effectRef xmlns:a="http://schemas.openxmlformats.org/drawingml/2006/main" idx="0">
            <a:schemeClr val="accent4"/>
          </a:effectRef>
          <a:fontRef xmlns:a="http://schemas.openxmlformats.org/drawingml/2006/main" idx="minor">
            <a:schemeClr val="tx1"/>
          </a:fontRef>
        </p:style>
        <p:txBody>
          <a:bodyPr xmlns:a="http://schemas.openxmlformats.org/drawingml/2006/main"/>
          <a:lstStyle xmlns:a="http://schemas.openxmlformats.org/drawingml/2006/main"/>
          <a:p xmlns:a="http://schemas.openxmlformats.org/drawingml/2006/main">
            <a:pPr eaLnBrk="0" latinLnBrk="0">
              <a:buNone/>
            </a:pPr>
            <a:endParaRPr lang="ko-KR"/>
          </a:p>
        </p:txBody>
      </p:sp>
      <p:sp>
        <p:nvSpPr>
          <p:cNvPr id="27" name="제목 12">
            <a:extLst xmlns:a="http://schemas.openxmlformats.org/drawingml/2006/main">
              <a:ext uri="{FF2B5EF4-FFF2-40B4-BE49-F238E27FC236}">
                <a16:creationId xmlns:a16="http://schemas.microsoft.com/office/drawing/2014/main" id="{99D20B54-FBA0-40C2-B7F4-249D25DD9104}"/>
              </a:ext>
            </a:extLst>
          </p:cNvPr>
          <p:cNvSpPr>
            <a:spLocks xmlns:a="http://schemas.openxmlformats.org/drawingml/2006/main" noGrp="1"/>
          </p:cNvSpPr>
          <p:nvPr/>
        </p:nvSpPr>
        <p:spPr>
          <a:xfrm xmlns:a="http://schemas.openxmlformats.org/drawingml/2006/main">
            <a:off x="323528" y="692696"/>
            <a:ext cx="2880320" cy="296631"/>
          </a:xfrm>
          <a:prstGeom xmlns:a="http://schemas.openxmlformats.org/drawingml/2006/main" prst="rect">
            <a:avLst/>
          </a:prstGeom>
        </p:spPr>
        <p:txBody>
          <a:bodyPr xmlns:a="http://schemas.openxmlformats.org/drawingml/2006/main" vert="horz" lIns="91440" tIns="45720" rIns="91440" bIns="45720" anchor="t">
            <a:noAutofit/>
          </a:bodyPr>
          <a:lstStyle xmlns:a="http://schemas.openxmlformats.org/drawingml/2006/main"/>
          <a:p xmlns:a="http://schemas.openxmlformats.org/drawingml/2006/main">
            <a:pPr marL="0" marR="0" lvl="0" indent="0" algn="l" defTabSz="914400" eaLnBrk="0" latinLnBrk="0">
              <a:lnSpc>
                <a:spcPct val="100000"/>
              </a:lnSpc>
              <a:spcBef>
                <a:spcPct val="0"/>
              </a:spcBef>
              <a:spcAft>
                <a:spcPts val="0"/>
              </a:spcAft>
              <a:buClrTx/>
              <a:buSzTx/>
              <a:buFontTx/>
              <a:buNone/>
              <a:defRPr sz="1700" b="1" lang="ko-KR">
                <a:solidFill>
                  <a:srgbClr val="FFFFFF"/>
                </a:solidFill>
                <a:latin typeface="맑은 고딕"/>
                <a:ea typeface="맑은 고딕"/>
                <a:cs typeface="맑은 고딕"/>
              </a:defRPr>
            </a:pPr>
            <a:r>
              <a:rPr sz="1700" b="1" i="0" u="none" cap="none" spc="0" lang="ko-KR">
                <a:ln>
                  <a:noFill/>
                </a:ln>
                <a:solidFill>
                  <a:srgbClr val="FFFFFF"/>
                </a:solidFill>
                <a:latin typeface="맑은 고딕"/>
                <a:ea typeface="맑은 고딕"/>
                <a:cs typeface="맑은 고딕"/>
              </a:rPr>
              <a:t>메뉴 구성도</a:t>
            </a:r>
            <a:endParaRPr sz="1700" b="0" i="0" u="none" kern="1200" cap="none" spc="-50" baseline="0" lang="ko-KR">
              <a:ln>
                <a:noFill/>
              </a:ln>
              <a:solidFill>
                <a:schemeClr val="bg1"/>
              </a:solidFill>
              <a:latin typeface="+mn-ea"/>
              <a:ea typeface="+mn-ea"/>
              <a:cs typeface="+mn-ea"/>
            </a:endParaRPr>
          </a:p>
        </p:txBody>
      </p:sp>
      <p:pic>
        <p:nvPicPr>
          <p:cNvPr id="335" name="Picture 2"/>
          <p:cNvPicPr>
            <a:picLocks xmlns:a="http://schemas.openxmlformats.org/drawingml/2006/main" noChangeAspect="1"/>
          </p:cNvPicPr>
          <p:nvPr/>
        </p:nvPicPr>
        <p:blipFill>
          <a:blip xmlns:r="http://schemas.openxmlformats.org/officeDocument/2006/relationships" xmlns:a="http://schemas.openxmlformats.org/drawingml/2006/main" r:embed="Rf9418da890244ae2"/>
          <a:srcRect xmlns:a="http://schemas.openxmlformats.org/drawingml/2006/main" l="0" t="0" r="0" b="0"/>
          <a:stretch xmlns:a="http://schemas.openxmlformats.org/drawingml/2006/main">
            <a:fillRect l="0" t="0" r="0" b="0"/>
          </a:stretch>
        </p:blipFill>
        <p:spPr>
          <a:xfrm xmlns:a="http://schemas.openxmlformats.org/drawingml/2006/main">
            <a:off x="8676456" y="476671"/>
            <a:ext cx="454960" cy="158965"/>
          </a:xfrm>
          <a:prstGeom xmlns:a="http://schemas.openxmlformats.org/drawingml/2006/main" prst="rect">
            <a:avLst/>
          </a:prstGeom>
          <a:ln xmlns:a="http://schemas.openxmlformats.org/drawingml/2006/main" w="9525">
            <a:noFill/>
            <a:miter/>
          </a:ln>
        </p:spPr>
      </p:pic>
      <p:sp>
        <p:nvSpPr>
          <p:cNvPr id="32" name="막힌 원호 31">
            <a:extLst xmlns:a="http://schemas.openxmlformats.org/drawingml/2006/main">
              <a:ext uri="{FF2B5EF4-FFF2-40B4-BE49-F238E27FC236}">
                <a16:creationId xmlns:a16="http://schemas.microsoft.com/office/drawing/2014/main" id="{9618B776-B49F-4D0C-880D-07488DEBF76A}"/>
              </a:ext>
            </a:extLst>
          </p:cNvPr>
          <p:cNvSpPr>
            <a:spLocks xmlns:a="http://schemas.openxmlformats.org/drawingml/2006/main" noGrp="1"/>
          </p:cNvSpPr>
          <p:nvPr/>
        </p:nvSpPr>
        <p:spPr>
          <a:xfrm xmlns:a="http://schemas.openxmlformats.org/drawingml/2006/main" flipV="1">
            <a:off x="-577697" y="-576001"/>
            <a:ext cx="1181047" cy="1167213"/>
          </a:xfrm>
          <a:prstGeom xmlns:a="http://schemas.openxmlformats.org/drawingml/2006/main" prst="blockArc">
            <a:avLst>
              <a:gd name="adj1" fmla="val 16158679"/>
              <a:gd name="adj2" fmla="val 0"/>
              <a:gd name="adj3" fmla="val 25000"/>
            </a:avLst>
          </a:prstGeom>
          <a:solidFill xmlns:a="http://schemas.openxmlformats.org/drawingml/2006/main">
            <a:schemeClr val="bg1"/>
          </a:solidFill>
          <a:ln xmlns:a="http://schemas.openxmlformats.org/drawingml/2006/main">
            <a:solidFill>
              <a:schemeClr val="bg1"/>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eaLnBrk="0" latinLnBrk="0">
              <a:buNone/>
            </a:pPr>
            <a:endParaRPr lang="ko-KR">
              <a:solidFill>
                <a:schemeClr val="tx1"/>
              </a:solidFill>
            </a:endParaRPr>
          </a:p>
        </p:txBody>
      </p:sp>
      <p:sp>
        <p:nvSpPr>
          <p:cNvPr id="87" name="직사각형 86">
            <a:extLst xmlns:a="http://schemas.openxmlformats.org/drawingml/2006/main">
              <a:ext uri="{FF2B5EF4-FFF2-40B4-BE49-F238E27FC236}">
                <a16:creationId xmlns:a16="http://schemas.microsoft.com/office/drawing/2014/main" id="{D86192D7-02EE-4793-9464-85B92A03C7CE}"/>
              </a:ext>
            </a:extLst>
          </p:cNvPr>
          <p:cNvSpPr>
            <a:spLocks xmlns:a="http://schemas.openxmlformats.org/drawingml/2006/main" noGrp="1"/>
          </p:cNvSpPr>
          <p:nvPr/>
        </p:nvSpPr>
        <p:spPr>
          <a:xfrm xmlns:a="http://schemas.openxmlformats.org/drawingml/2006/main">
            <a:off x="400050" y="1238250"/>
            <a:ext cx="83248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eaLnBrk="0" latinLnBrk="0">
              <a:lnSpc>
                <a:spcPct val="125000"/>
              </a:lnSpc>
              <a:buNone/>
              <a:defRPr sz="2100" b="1" lang="ko-KR">
                <a:solidFill>
                  <a:srgbClr val="24292F"/>
                </a:solidFill>
                <a:latin typeface="맑은 고딕"/>
                <a:ea typeface="맑은 고딕"/>
                <a:cs typeface="맑은 고딕"/>
              </a:defRPr>
            </a:pPr>
            <a:r>
              <a:rPr sz="2100" b="1" lang="ko-KR">
                <a:solidFill>
                  <a:srgbClr val="24292F"/>
                </a:solidFill>
                <a:latin typeface="맑은 고딕"/>
                <a:ea typeface="맑은 고딕"/>
                <a:cs typeface="맑은 고딕"/>
              </a:rPr>
              <a:t>주요 메뉴와 핵심 화면의 위치</a:t>
            </a:r>
          </a:p>
        </p:txBody>
      </p:sp>
      <p:sp>
        <p:nvSpPr>
          <p:cNvPr id="88" name="직사각형 87">
            <a:extLst xmlns:a="http://schemas.openxmlformats.org/drawingml/2006/main">
              <a:ext uri="{FF2B5EF4-FFF2-40B4-BE49-F238E27FC236}">
                <a16:creationId xmlns:a16="http://schemas.microsoft.com/office/drawing/2014/main" id="{7B520D46-E900-4769-843B-CCCC028B5167}"/>
              </a:ext>
            </a:extLst>
          </p:cNvPr>
          <p:cNvSpPr>
            <a:spLocks xmlns:a="http://schemas.openxmlformats.org/drawingml/2006/main" noGrp="1"/>
          </p:cNvSpPr>
          <p:nvPr/>
        </p:nvSpPr>
        <p:spPr>
          <a:xfrm xmlns:a="http://schemas.openxmlformats.org/drawingml/2006/main">
            <a:off x="419100" y="6524625"/>
            <a:ext cx="69532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eaLnBrk="0" latinLnBrk="0">
              <a:buNone/>
              <a:defRPr sz="900" b="0" lang="ko-KR">
                <a:solidFill>
                  <a:srgbClr val="5B6570"/>
                </a:solidFill>
                <a:latin typeface="맑은 고딕"/>
                <a:ea typeface="맑은 고딕"/>
                <a:cs typeface="맑은 고딕"/>
              </a:defRPr>
            </a:pPr>
            <a:r>
              <a:rPr sz="900" b="0" lang="ko-KR">
                <a:solidFill>
                  <a:srgbClr val="5B6570"/>
                </a:solidFill>
                <a:latin typeface="맑은 고딕"/>
                <a:ea typeface="맑은 고딕"/>
                <a:cs typeface="맑은 고딕"/>
              </a:rPr>
              <a:t>메뉴 구성 / 딥 인터뷰는 첫 이용 또는 목표 관리의 재인터뷰에서 시작</a:t>
            </a:r>
          </a:p>
        </p:txBody>
      </p:sp>
      <p:sp>
        <p:nvSpPr>
          <p:cNvPr id="89" name="직사각형 88">
            <a:extLst xmlns:a="http://schemas.openxmlformats.org/drawingml/2006/main">
              <a:ext uri="{FF2B5EF4-FFF2-40B4-BE49-F238E27FC236}">
                <a16:creationId xmlns:a16="http://schemas.microsoft.com/office/drawing/2014/main" id="{031900F6-1EA1-4A72-9EDA-89EFF5A76996}"/>
              </a:ext>
            </a:extLst>
          </p:cNvPr>
          <p:cNvSpPr>
            <a:spLocks xmlns:a="http://schemas.openxmlformats.org/drawingml/2006/main" noGrp="1"/>
          </p:cNvSpPr>
          <p:nvPr/>
        </p:nvSpPr>
        <p:spPr>
          <a:xfrm xmlns:a="http://schemas.openxmlformats.org/drawingml/2006/main">
            <a:off x="8334375" y="6524625"/>
            <a:ext cx="4000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eaLnBrk="0" latinLnBrk="0">
              <a:buNone/>
              <a:defRPr sz="900" b="0" lang="ko-KR">
                <a:solidFill>
                  <a:srgbClr val="5B6570"/>
                </a:solidFill>
                <a:latin typeface="맑은 고딕"/>
                <a:ea typeface="맑은 고딕"/>
                <a:cs typeface="맑은 고딕"/>
              </a:defRPr>
            </a:pPr>
            <a:r>
              <a:rPr sz="900" b="0" lang="ko-KR">
                <a:solidFill>
                  <a:srgbClr val="5B6570"/>
                </a:solidFill>
                <a:latin typeface="맑은 고딕"/>
                <a:ea typeface="맑은 고딕"/>
                <a:cs typeface="맑은 고딕"/>
              </a:rPr>
              <a:t>03</a:t>
            </a:r>
          </a:p>
        </p:txBody>
      </p:sp>
      <p:sp>
        <p:nvSpPr>
          <p:cNvPr id="122" name="">
            <a:extLst xmlns:a="http://schemas.openxmlformats.org/drawingml/2006/main">
              <a:ext uri="{FF2B5EF4-FFF2-40B4-BE49-F238E27FC236}">
                <a16:creationId xmlns:a16="http://schemas.microsoft.com/office/drawing/2014/main" id="{EE7782FE-B288-45C7-94BD-0BFD15EB4B09}"/>
              </a:ext>
            </a:extLst>
          </p:cNvPr>
          <p:cNvSpPr>
            <a:spLocks xmlns:a="http://schemas.openxmlformats.org/drawingml/2006/main" noGrp="1"/>
          </p:cNvSpPr>
          <p:nvPr/>
        </p:nvSpPr>
        <p:spPr>
          <a:xfrm xmlns:a="http://schemas.openxmlformats.org/drawingml/2006/main">
            <a:off x="3581400" y="1781175"/>
            <a:ext cx="1981200" cy="457200"/>
          </a:xfrm>
          <a:prstGeom xmlns:a="http://schemas.openxmlformats.org/drawingml/2006/main" prst="rect">
            <a:avLst/>
          </a:prstGeom>
          <a:solidFill xmlns:a="http://schemas.openxmlformats.org/drawingml/2006/main">
            <a:srgbClr val="F1F4FA"/>
          </a:solidFill>
          <a:ln xmlns:a="http://schemas.openxmlformats.org/drawingml/2006/main" w="9525">
            <a:solidFill>
              <a:srgbClr val="3B5AA8"/>
            </a:solidFill>
          </a:ln>
        </p:spPr>
        <p:txBody>
          <a:bodyPr xmlns:a="http://schemas.openxmlformats.org/drawingml/2006/main" wrap="square" lIns="76200" tIns="47625" rIns="76200" bIns="47625" anchor="ctr">
            <a:noAutofit/>
          </a:bodyPr>
          <a:lstStyle xmlns:a="http://schemas.openxmlformats.org/drawingml/2006/main"/>
          <a:p xmlns:a="http://schemas.openxmlformats.org/drawingml/2006/main">
            <a:pPr algn="ctr" eaLnBrk="0" latinLnBrk="0">
              <a:lnSpc>
                <a:spcPct val="116000"/>
              </a:lnSpc>
              <a:buNone/>
              <a:defRPr sz="1800" b="1" lang="ko-KR">
                <a:solidFill>
                  <a:srgbClr val="24292F"/>
                </a:solidFill>
                <a:latin typeface="맑은 고딕"/>
                <a:ea typeface="맑은 고딕"/>
                <a:cs typeface="맑은 고딕"/>
              </a:defRPr>
            </a:pPr>
            <a:r>
              <a:rPr sz="1800" b="1" lang="ko-KR">
                <a:solidFill>
                  <a:srgbClr val="24292F"/>
                </a:solidFill>
                <a:latin typeface="맑은 고딕"/>
                <a:ea typeface="맑은 고딕"/>
                <a:cs typeface="맑은 고딕"/>
              </a:rPr>
              <a:t>RE:ACTION</a:t>
            </a:r>
          </a:p>
        </p:txBody>
      </p:sp>
      <p:sp>
        <p:nvSpPr>
          <p:cNvPr id="123" name="">
            <a:extLst xmlns:a="http://schemas.openxmlformats.org/drawingml/2006/main">
              <a:ext uri="{FF2B5EF4-FFF2-40B4-BE49-F238E27FC236}">
                <a16:creationId xmlns:a16="http://schemas.microsoft.com/office/drawing/2014/main" id="{EB93F882-4177-4706-8E43-CA5EEF7AA601}"/>
              </a:ext>
            </a:extLst>
          </p:cNvPr>
          <p:cNvSpPr>
            <a:spLocks xmlns:a="http://schemas.openxmlformats.org/drawingml/2006/main" noGrp="1"/>
          </p:cNvSpPr>
          <p:nvPr/>
        </p:nvSpPr>
        <p:spPr>
          <a:xfrm xmlns:a="http://schemas.openxmlformats.org/drawingml/2006/main">
            <a:off x="4567238" y="2233613"/>
            <a:ext cx="9525" cy="9525"/>
          </a:xfrm>
          <a:prstGeom xmlns:a="http://schemas.openxmlformats.org/drawingml/2006/main" prst="rect">
            <a:avLst/>
          </a:prstGeom>
          <a:noFill xmlns:a="http://schemas.openxmlformats.org/drawingml/2006/main"/>
          <a:ln xmlns:a="http://schemas.openxmlformats.org/drawingml/2006/main" w="0">
            <a:noFill/>
          </a:ln>
        </p:spPr>
      </p:sp>
      <p:sp>
        <p:nvSpPr>
          <p:cNvPr id="124" name="">
            <a:extLst xmlns:a="http://schemas.openxmlformats.org/drawingml/2006/main">
              <a:ext uri="{FF2B5EF4-FFF2-40B4-BE49-F238E27FC236}">
                <a16:creationId xmlns:a16="http://schemas.microsoft.com/office/drawing/2014/main" id="{92BBB24C-1B86-40EE-B26A-3CF3929389B4}"/>
              </a:ext>
            </a:extLst>
          </p:cNvPr>
          <p:cNvSpPr>
            <a:spLocks xmlns:a="http://schemas.openxmlformats.org/drawingml/2006/main" noGrp="1"/>
          </p:cNvSpPr>
          <p:nvPr/>
        </p:nvSpPr>
        <p:spPr>
          <a:xfrm xmlns:a="http://schemas.openxmlformats.org/drawingml/2006/main">
            <a:off x="4567238" y="2471738"/>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343" name=""/>
          <p:cNvCxnSpPr>
            <a:stCxn xmlns:a="http://schemas.openxmlformats.org/drawingml/2006/main" id="123" idx="2"/>
            <a:endCxn xmlns:a="http://schemas.openxmlformats.org/drawingml/2006/main" id="124" idx="0"/>
          </p:cNvCxnSpPr>
          <p:nvPr/>
        </p:nvCxnSpPr>
        <p:spPr>
          <a:xfrm xmlns:a="http://schemas.openxmlformats.org/drawingml/2006/main">
            <a:off x="4572001" y="2243138"/>
            <a:ext cx="0" cy="228600"/>
          </a:xfrm>
          <a:prstGeom xmlns:a="http://schemas.openxmlformats.org/drawingml/2006/main" prst="straightConnector1">
            <a:avLst/>
          </a:prstGeom>
          <a:ln xmlns:a="http://schemas.openxmlformats.org/drawingml/2006/main" w="12859">
            <a:solidFill>
              <a:srgbClr val="3B5AA8"/>
            </a:solidFill>
          </a:ln>
        </p:spPr>
      </p:cxnSp>
      <p:sp>
        <p:nvSpPr>
          <p:cNvPr id="126" name="">
            <a:extLst xmlns:a="http://schemas.openxmlformats.org/drawingml/2006/main">
              <a:ext uri="{FF2B5EF4-FFF2-40B4-BE49-F238E27FC236}">
                <a16:creationId xmlns:a16="http://schemas.microsoft.com/office/drawing/2014/main" id="{73F538CF-8F38-4F48-907F-5DC633ED82E8}"/>
              </a:ext>
            </a:extLst>
          </p:cNvPr>
          <p:cNvSpPr>
            <a:spLocks xmlns:a="http://schemas.openxmlformats.org/drawingml/2006/main" noGrp="1"/>
          </p:cNvSpPr>
          <p:nvPr/>
        </p:nvSpPr>
        <p:spPr>
          <a:xfrm xmlns:a="http://schemas.openxmlformats.org/drawingml/2006/main">
            <a:off x="1652588" y="2471738"/>
            <a:ext cx="9525" cy="9525"/>
          </a:xfrm>
          <a:prstGeom xmlns:a="http://schemas.openxmlformats.org/drawingml/2006/main" prst="rect">
            <a:avLst/>
          </a:prstGeom>
          <a:noFill xmlns:a="http://schemas.openxmlformats.org/drawingml/2006/main"/>
          <a:ln xmlns:a="http://schemas.openxmlformats.org/drawingml/2006/main" w="0">
            <a:noFill/>
          </a:ln>
        </p:spPr>
      </p:sp>
      <p:sp>
        <p:nvSpPr>
          <p:cNvPr id="127" name="">
            <a:extLst xmlns:a="http://schemas.openxmlformats.org/drawingml/2006/main">
              <a:ext uri="{FF2B5EF4-FFF2-40B4-BE49-F238E27FC236}">
                <a16:creationId xmlns:a16="http://schemas.microsoft.com/office/drawing/2014/main" id="{5104C312-EDA1-4B46-8A59-E644BCDF520D}"/>
              </a:ext>
            </a:extLst>
          </p:cNvPr>
          <p:cNvSpPr>
            <a:spLocks xmlns:a="http://schemas.openxmlformats.org/drawingml/2006/main" noGrp="1"/>
          </p:cNvSpPr>
          <p:nvPr/>
        </p:nvSpPr>
        <p:spPr>
          <a:xfrm xmlns:a="http://schemas.openxmlformats.org/drawingml/2006/main">
            <a:off x="7481888" y="2471738"/>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346" name=""/>
          <p:cNvCxnSpPr>
            <a:stCxn xmlns:a="http://schemas.openxmlformats.org/drawingml/2006/main" id="126" idx="3"/>
            <a:endCxn xmlns:a="http://schemas.openxmlformats.org/drawingml/2006/main" id="127" idx="1"/>
          </p:cNvCxnSpPr>
          <p:nvPr/>
        </p:nvCxnSpPr>
        <p:spPr>
          <a:xfrm xmlns:a="http://schemas.openxmlformats.org/drawingml/2006/main">
            <a:off x="1662113" y="2476501"/>
            <a:ext cx="5819775" cy="0"/>
          </a:xfrm>
          <a:prstGeom xmlns:a="http://schemas.openxmlformats.org/drawingml/2006/main" prst="straightConnector1">
            <a:avLst/>
          </a:prstGeom>
          <a:ln xmlns:a="http://schemas.openxmlformats.org/drawingml/2006/main" w="12859">
            <a:solidFill>
              <a:srgbClr val="3B5AA8"/>
            </a:solidFill>
          </a:ln>
        </p:spPr>
      </p:cxnSp>
      <p:sp>
        <p:nvSpPr>
          <p:cNvPr id="129" name="">
            <a:extLst xmlns:a="http://schemas.openxmlformats.org/drawingml/2006/main">
              <a:ext uri="{FF2B5EF4-FFF2-40B4-BE49-F238E27FC236}">
                <a16:creationId xmlns:a16="http://schemas.microsoft.com/office/drawing/2014/main" id="{B10C529B-612E-48CC-A0CB-6084224085E0}"/>
              </a:ext>
            </a:extLst>
          </p:cNvPr>
          <p:cNvSpPr>
            <a:spLocks xmlns:a="http://schemas.openxmlformats.org/drawingml/2006/main" noGrp="1"/>
          </p:cNvSpPr>
          <p:nvPr/>
        </p:nvSpPr>
        <p:spPr>
          <a:xfrm xmlns:a="http://schemas.openxmlformats.org/drawingml/2006/main">
            <a:off x="1652588" y="2471738"/>
            <a:ext cx="9525" cy="9525"/>
          </a:xfrm>
          <a:prstGeom xmlns:a="http://schemas.openxmlformats.org/drawingml/2006/main" prst="rect">
            <a:avLst/>
          </a:prstGeom>
          <a:noFill xmlns:a="http://schemas.openxmlformats.org/drawingml/2006/main"/>
          <a:ln xmlns:a="http://schemas.openxmlformats.org/drawingml/2006/main" w="0">
            <a:noFill/>
          </a:ln>
        </p:spPr>
      </p:sp>
      <p:sp>
        <p:nvSpPr>
          <p:cNvPr id="130" name="">
            <a:extLst xmlns:a="http://schemas.openxmlformats.org/drawingml/2006/main">
              <a:ext uri="{FF2B5EF4-FFF2-40B4-BE49-F238E27FC236}">
                <a16:creationId xmlns:a16="http://schemas.microsoft.com/office/drawing/2014/main" id="{A25007E0-984A-4323-9236-8D94D871290D}"/>
              </a:ext>
            </a:extLst>
          </p:cNvPr>
          <p:cNvSpPr>
            <a:spLocks xmlns:a="http://schemas.openxmlformats.org/drawingml/2006/main" noGrp="1"/>
          </p:cNvSpPr>
          <p:nvPr/>
        </p:nvSpPr>
        <p:spPr>
          <a:xfrm xmlns:a="http://schemas.openxmlformats.org/drawingml/2006/main">
            <a:off x="1652588" y="2719388"/>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349" name=""/>
          <p:cNvCxnSpPr>
            <a:stCxn xmlns:a="http://schemas.openxmlformats.org/drawingml/2006/main" id="129" idx="2"/>
            <a:endCxn xmlns:a="http://schemas.openxmlformats.org/drawingml/2006/main" id="130" idx="0"/>
          </p:cNvCxnSpPr>
          <p:nvPr/>
        </p:nvCxnSpPr>
        <p:spPr>
          <a:xfrm xmlns:a="http://schemas.openxmlformats.org/drawingml/2006/main">
            <a:off x="1657351" y="2481263"/>
            <a:ext cx="0" cy="238125"/>
          </a:xfrm>
          <a:prstGeom xmlns:a="http://schemas.openxmlformats.org/drawingml/2006/main" prst="straightConnector1">
            <a:avLst/>
          </a:prstGeom>
          <a:ln xmlns:a="http://schemas.openxmlformats.org/drawingml/2006/main" w="12859">
            <a:solidFill>
              <a:srgbClr val="3B5AA8"/>
            </a:solidFill>
          </a:ln>
        </p:spPr>
      </p:cxnSp>
      <p:sp>
        <p:nvSpPr>
          <p:cNvPr id="132" name="">
            <a:extLst xmlns:a="http://schemas.openxmlformats.org/drawingml/2006/main">
              <a:ext uri="{FF2B5EF4-FFF2-40B4-BE49-F238E27FC236}">
                <a16:creationId xmlns:a16="http://schemas.microsoft.com/office/drawing/2014/main" id="{107001F2-1A2E-49AE-8034-09AB10C2240E}"/>
              </a:ext>
            </a:extLst>
          </p:cNvPr>
          <p:cNvSpPr>
            <a:spLocks xmlns:a="http://schemas.openxmlformats.org/drawingml/2006/main" noGrp="1"/>
          </p:cNvSpPr>
          <p:nvPr/>
        </p:nvSpPr>
        <p:spPr>
          <a:xfrm xmlns:a="http://schemas.openxmlformats.org/drawingml/2006/main">
            <a:off x="419100" y="2724150"/>
            <a:ext cx="2476500" cy="495300"/>
          </a:xfrm>
          <a:prstGeom xmlns:a="http://schemas.openxmlformats.org/drawingml/2006/main" prst="rect">
            <a:avLst/>
          </a:prstGeom>
          <a:solidFill xmlns:a="http://schemas.openxmlformats.org/drawingml/2006/main">
            <a:srgbClr val="F1F4FA"/>
          </a:solidFill>
          <a:ln xmlns:a="http://schemas.openxmlformats.org/drawingml/2006/main" w="9525">
            <a:solidFill>
              <a:srgbClr val="3B5AA8"/>
            </a:solidFill>
          </a:ln>
        </p:spPr>
        <p:txBody>
          <a:bodyPr xmlns:a="http://schemas.openxmlformats.org/drawingml/2006/main" wrap="square" lIns="76200" tIns="47625" rIns="76200" bIns="47625" anchor="ctr">
            <a:noAutofit/>
          </a:bodyPr>
          <a:lstStyle xmlns:a="http://schemas.openxmlformats.org/drawingml/2006/main"/>
          <a:p xmlns:a="http://schemas.openxmlformats.org/drawingml/2006/main">
            <a:pPr algn="ctr" eaLnBrk="0" latinLnBrk="0">
              <a:lnSpc>
                <a:spcPct val="116000"/>
              </a:lnSpc>
              <a:buNone/>
              <a:defRPr sz="1725" b="1" lang="ko-KR">
                <a:solidFill>
                  <a:srgbClr val="24292F"/>
                </a:solidFill>
                <a:latin typeface="맑은 고딕"/>
                <a:ea typeface="맑은 고딕"/>
                <a:cs typeface="맑은 고딕"/>
              </a:defRPr>
            </a:pPr>
            <a:r>
              <a:rPr sz="1725" b="1" lang="ko-KR">
                <a:solidFill>
                  <a:srgbClr val="24292F"/>
                </a:solidFill>
                <a:latin typeface="맑은 고딕"/>
                <a:ea typeface="맑은 고딕"/>
                <a:cs typeface="맑은 고딕"/>
              </a:rPr>
              <a:t>오늘 실행, 핵심</a:t>
            </a:r>
          </a:p>
        </p:txBody>
      </p:sp>
      <p:sp>
        <p:nvSpPr>
          <p:cNvPr id="133" name="">
            <a:extLst xmlns:a="http://schemas.openxmlformats.org/drawingml/2006/main">
              <a:ext uri="{FF2B5EF4-FFF2-40B4-BE49-F238E27FC236}">
                <a16:creationId xmlns:a16="http://schemas.microsoft.com/office/drawing/2014/main" id="{06907F02-06DD-466C-96B4-7E1EB8ABA039}"/>
              </a:ext>
            </a:extLst>
          </p:cNvPr>
          <p:cNvSpPr>
            <a:spLocks xmlns:a="http://schemas.openxmlformats.org/drawingml/2006/main" noGrp="1"/>
          </p:cNvSpPr>
          <p:nvPr/>
        </p:nvSpPr>
        <p:spPr>
          <a:xfrm xmlns:a="http://schemas.openxmlformats.org/drawingml/2006/main">
            <a:off x="4567238" y="2471738"/>
            <a:ext cx="9525" cy="9525"/>
          </a:xfrm>
          <a:prstGeom xmlns:a="http://schemas.openxmlformats.org/drawingml/2006/main" prst="rect">
            <a:avLst/>
          </a:prstGeom>
          <a:noFill xmlns:a="http://schemas.openxmlformats.org/drawingml/2006/main"/>
          <a:ln xmlns:a="http://schemas.openxmlformats.org/drawingml/2006/main" w="0">
            <a:noFill/>
          </a:ln>
        </p:spPr>
      </p:sp>
      <p:sp>
        <p:nvSpPr>
          <p:cNvPr id="134" name="">
            <a:extLst xmlns:a="http://schemas.openxmlformats.org/drawingml/2006/main">
              <a:ext uri="{FF2B5EF4-FFF2-40B4-BE49-F238E27FC236}">
                <a16:creationId xmlns:a16="http://schemas.microsoft.com/office/drawing/2014/main" id="{55605F09-D2C8-420F-A8BB-1EE6945385F0}"/>
              </a:ext>
            </a:extLst>
          </p:cNvPr>
          <p:cNvSpPr>
            <a:spLocks xmlns:a="http://schemas.openxmlformats.org/drawingml/2006/main" noGrp="1"/>
          </p:cNvSpPr>
          <p:nvPr/>
        </p:nvSpPr>
        <p:spPr>
          <a:xfrm xmlns:a="http://schemas.openxmlformats.org/drawingml/2006/main">
            <a:off x="4567238" y="2719388"/>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353" name=""/>
          <p:cNvCxnSpPr>
            <a:stCxn xmlns:a="http://schemas.openxmlformats.org/drawingml/2006/main" id="133" idx="2"/>
            <a:endCxn xmlns:a="http://schemas.openxmlformats.org/drawingml/2006/main" id="134" idx="0"/>
          </p:cNvCxnSpPr>
          <p:nvPr/>
        </p:nvCxnSpPr>
        <p:spPr>
          <a:xfrm xmlns:a="http://schemas.openxmlformats.org/drawingml/2006/main">
            <a:off x="4572001" y="2481263"/>
            <a:ext cx="0" cy="238125"/>
          </a:xfrm>
          <a:prstGeom xmlns:a="http://schemas.openxmlformats.org/drawingml/2006/main" prst="straightConnector1">
            <a:avLst/>
          </a:prstGeom>
          <a:ln xmlns:a="http://schemas.openxmlformats.org/drawingml/2006/main" w="12859">
            <a:solidFill>
              <a:srgbClr val="3B5AA8"/>
            </a:solidFill>
          </a:ln>
        </p:spPr>
      </p:cxnSp>
      <p:sp>
        <p:nvSpPr>
          <p:cNvPr id="136" name="">
            <a:extLst xmlns:a="http://schemas.openxmlformats.org/drawingml/2006/main">
              <a:ext uri="{FF2B5EF4-FFF2-40B4-BE49-F238E27FC236}">
                <a16:creationId xmlns:a16="http://schemas.microsoft.com/office/drawing/2014/main" id="{498F286C-0D02-4976-B19D-1D13F0171ECA}"/>
              </a:ext>
            </a:extLst>
          </p:cNvPr>
          <p:cNvSpPr>
            <a:spLocks xmlns:a="http://schemas.openxmlformats.org/drawingml/2006/main" noGrp="1"/>
          </p:cNvSpPr>
          <p:nvPr/>
        </p:nvSpPr>
        <p:spPr>
          <a:xfrm xmlns:a="http://schemas.openxmlformats.org/drawingml/2006/main">
            <a:off x="3333750" y="2724150"/>
            <a:ext cx="2476500" cy="495300"/>
          </a:xfrm>
          <a:prstGeom xmlns:a="http://schemas.openxmlformats.org/drawingml/2006/main" prst="rect">
            <a:avLst/>
          </a:prstGeom>
          <a:solidFill xmlns:a="http://schemas.openxmlformats.org/drawingml/2006/main">
            <a:srgbClr val="F1F4FA"/>
          </a:solidFill>
          <a:ln xmlns:a="http://schemas.openxmlformats.org/drawingml/2006/main" w="9525">
            <a:solidFill>
              <a:srgbClr val="3B5AA8"/>
            </a:solidFill>
          </a:ln>
        </p:spPr>
        <p:txBody>
          <a:bodyPr xmlns:a="http://schemas.openxmlformats.org/drawingml/2006/main" wrap="square" lIns="76200" tIns="47625" rIns="76200" bIns="47625" anchor="ctr">
            <a:noAutofit/>
          </a:bodyPr>
          <a:lstStyle xmlns:a="http://schemas.openxmlformats.org/drawingml/2006/main"/>
          <a:p xmlns:a="http://schemas.openxmlformats.org/drawingml/2006/main">
            <a:pPr algn="ctr" eaLnBrk="0" latinLnBrk="0">
              <a:lnSpc>
                <a:spcPct val="116000"/>
              </a:lnSpc>
              <a:buNone/>
              <a:defRPr sz="1725" b="1" lang="ko-KR">
                <a:solidFill>
                  <a:srgbClr val="24292F"/>
                </a:solidFill>
                <a:latin typeface="맑은 고딕"/>
                <a:ea typeface="맑은 고딕"/>
                <a:cs typeface="맑은 고딕"/>
              </a:defRPr>
            </a:pPr>
            <a:r>
              <a:rPr sz="1725" b="1" lang="ko-KR">
                <a:solidFill>
                  <a:srgbClr val="24292F"/>
                </a:solidFill>
                <a:latin typeface="맑은 고딕"/>
                <a:ea typeface="맑은 고딕"/>
                <a:cs typeface="맑은 고딕"/>
              </a:rPr>
              <a:t>주간 계획, 핵심</a:t>
            </a:r>
          </a:p>
        </p:txBody>
      </p:sp>
      <p:sp>
        <p:nvSpPr>
          <p:cNvPr id="137" name="">
            <a:extLst xmlns:a="http://schemas.openxmlformats.org/drawingml/2006/main">
              <a:ext uri="{FF2B5EF4-FFF2-40B4-BE49-F238E27FC236}">
                <a16:creationId xmlns:a16="http://schemas.microsoft.com/office/drawing/2014/main" id="{9F24C4B8-929F-430D-976A-833C7690F864}"/>
              </a:ext>
            </a:extLst>
          </p:cNvPr>
          <p:cNvSpPr>
            <a:spLocks xmlns:a="http://schemas.openxmlformats.org/drawingml/2006/main" noGrp="1"/>
          </p:cNvSpPr>
          <p:nvPr/>
        </p:nvSpPr>
        <p:spPr>
          <a:xfrm xmlns:a="http://schemas.openxmlformats.org/drawingml/2006/main">
            <a:off x="7481888" y="2471738"/>
            <a:ext cx="9525" cy="9525"/>
          </a:xfrm>
          <a:prstGeom xmlns:a="http://schemas.openxmlformats.org/drawingml/2006/main" prst="rect">
            <a:avLst/>
          </a:prstGeom>
          <a:noFill xmlns:a="http://schemas.openxmlformats.org/drawingml/2006/main"/>
          <a:ln xmlns:a="http://schemas.openxmlformats.org/drawingml/2006/main" w="0">
            <a:noFill/>
          </a:ln>
        </p:spPr>
      </p:sp>
      <p:sp>
        <p:nvSpPr>
          <p:cNvPr id="138" name="">
            <a:extLst xmlns:a="http://schemas.openxmlformats.org/drawingml/2006/main">
              <a:ext uri="{FF2B5EF4-FFF2-40B4-BE49-F238E27FC236}">
                <a16:creationId xmlns:a16="http://schemas.microsoft.com/office/drawing/2014/main" id="{7EA2493B-0C40-459E-9535-07D8977B9092}"/>
              </a:ext>
            </a:extLst>
          </p:cNvPr>
          <p:cNvSpPr>
            <a:spLocks xmlns:a="http://schemas.openxmlformats.org/drawingml/2006/main" noGrp="1"/>
          </p:cNvSpPr>
          <p:nvPr/>
        </p:nvSpPr>
        <p:spPr>
          <a:xfrm xmlns:a="http://schemas.openxmlformats.org/drawingml/2006/main">
            <a:off x="7481888" y="2719388"/>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357" name=""/>
          <p:cNvCxnSpPr>
            <a:stCxn xmlns:a="http://schemas.openxmlformats.org/drawingml/2006/main" id="137" idx="2"/>
            <a:endCxn xmlns:a="http://schemas.openxmlformats.org/drawingml/2006/main" id="138" idx="0"/>
          </p:cNvCxnSpPr>
          <p:nvPr/>
        </p:nvCxnSpPr>
        <p:spPr>
          <a:xfrm xmlns:a="http://schemas.openxmlformats.org/drawingml/2006/main">
            <a:off x="7486651" y="2481263"/>
            <a:ext cx="0" cy="238125"/>
          </a:xfrm>
          <a:prstGeom xmlns:a="http://schemas.openxmlformats.org/drawingml/2006/main" prst="straightConnector1">
            <a:avLst/>
          </a:prstGeom>
          <a:ln xmlns:a="http://schemas.openxmlformats.org/drawingml/2006/main" w="12859">
            <a:solidFill>
              <a:srgbClr val="3B5AA8"/>
            </a:solidFill>
          </a:ln>
        </p:spPr>
      </p:cxnSp>
      <p:sp>
        <p:nvSpPr>
          <p:cNvPr id="140" name="">
            <a:extLst xmlns:a="http://schemas.openxmlformats.org/drawingml/2006/main">
              <a:ext uri="{FF2B5EF4-FFF2-40B4-BE49-F238E27FC236}">
                <a16:creationId xmlns:a16="http://schemas.microsoft.com/office/drawing/2014/main" id="{59CC7D51-0920-4485-A345-E9156901C498}"/>
              </a:ext>
            </a:extLst>
          </p:cNvPr>
          <p:cNvSpPr>
            <a:spLocks xmlns:a="http://schemas.openxmlformats.org/drawingml/2006/main" noGrp="1"/>
          </p:cNvSpPr>
          <p:nvPr/>
        </p:nvSpPr>
        <p:spPr>
          <a:xfrm xmlns:a="http://schemas.openxmlformats.org/drawingml/2006/main">
            <a:off x="6248400" y="2724150"/>
            <a:ext cx="2476500" cy="495300"/>
          </a:xfrm>
          <a:prstGeom xmlns:a="http://schemas.openxmlformats.org/drawingml/2006/main" prst="rect">
            <a:avLst/>
          </a:prstGeom>
          <a:solidFill xmlns:a="http://schemas.openxmlformats.org/drawingml/2006/main">
            <a:srgbClr val="F1F4FA"/>
          </a:solidFill>
          <a:ln xmlns:a="http://schemas.openxmlformats.org/drawingml/2006/main" w="9525">
            <a:solidFill>
              <a:srgbClr val="3B5AA8"/>
            </a:solidFill>
          </a:ln>
        </p:spPr>
        <p:txBody>
          <a:bodyPr xmlns:a="http://schemas.openxmlformats.org/drawingml/2006/main" wrap="square" lIns="76200" tIns="47625" rIns="76200" bIns="47625" anchor="ctr">
            <a:noAutofit/>
          </a:bodyPr>
          <a:lstStyle xmlns:a="http://schemas.openxmlformats.org/drawingml/2006/main"/>
          <a:p xmlns:a="http://schemas.openxmlformats.org/drawingml/2006/main">
            <a:pPr algn="ctr" eaLnBrk="0" latinLnBrk="0">
              <a:lnSpc>
                <a:spcPct val="116000"/>
              </a:lnSpc>
              <a:buNone/>
              <a:defRPr sz="1725" b="0" lang="ko-KR">
                <a:solidFill>
                  <a:srgbClr val="5B6570"/>
                </a:solidFill>
                <a:latin typeface="맑은 고딕"/>
                <a:ea typeface="맑은 고딕"/>
                <a:cs typeface="맑은 고딕"/>
              </a:defRPr>
            </a:pPr>
            <a:r>
              <a:rPr sz="1725" b="0" lang="ko-KR">
                <a:solidFill>
                  <a:srgbClr val="5B6570"/>
                </a:solidFill>
                <a:latin typeface="맑은 고딕"/>
                <a:ea typeface="맑은 고딕"/>
                <a:cs typeface="맑은 고딕"/>
              </a:rPr>
              <a:t>인박스, 보조</a:t>
            </a:r>
          </a:p>
        </p:txBody>
      </p:sp>
      <p:sp>
        <p:nvSpPr>
          <p:cNvPr id="141" name="">
            <a:extLst xmlns:a="http://schemas.openxmlformats.org/drawingml/2006/main">
              <a:ext uri="{FF2B5EF4-FFF2-40B4-BE49-F238E27FC236}">
                <a16:creationId xmlns:a16="http://schemas.microsoft.com/office/drawing/2014/main" id="{BE445C04-7688-4C8B-879A-854A649C13A9}"/>
              </a:ext>
            </a:extLst>
          </p:cNvPr>
          <p:cNvSpPr>
            <a:spLocks xmlns:a="http://schemas.openxmlformats.org/drawingml/2006/main" noGrp="1"/>
          </p:cNvSpPr>
          <p:nvPr/>
        </p:nvSpPr>
        <p:spPr>
          <a:xfrm xmlns:a="http://schemas.openxmlformats.org/drawingml/2006/main">
            <a:off x="1652588" y="3214688"/>
            <a:ext cx="9525" cy="9525"/>
          </a:xfrm>
          <a:prstGeom xmlns:a="http://schemas.openxmlformats.org/drawingml/2006/main" prst="rect">
            <a:avLst/>
          </a:prstGeom>
          <a:noFill xmlns:a="http://schemas.openxmlformats.org/drawingml/2006/main"/>
          <a:ln xmlns:a="http://schemas.openxmlformats.org/drawingml/2006/main" w="0">
            <a:noFill/>
          </a:ln>
        </p:spPr>
      </p:sp>
      <p:sp>
        <p:nvSpPr>
          <p:cNvPr id="142" name="">
            <a:extLst xmlns:a="http://schemas.openxmlformats.org/drawingml/2006/main">
              <a:ext uri="{FF2B5EF4-FFF2-40B4-BE49-F238E27FC236}">
                <a16:creationId xmlns:a16="http://schemas.microsoft.com/office/drawing/2014/main" id="{2F49A99A-5D0F-4179-AF33-747AC7A029FC}"/>
              </a:ext>
            </a:extLst>
          </p:cNvPr>
          <p:cNvSpPr>
            <a:spLocks xmlns:a="http://schemas.openxmlformats.org/drawingml/2006/main" noGrp="1"/>
          </p:cNvSpPr>
          <p:nvPr/>
        </p:nvSpPr>
        <p:spPr>
          <a:xfrm xmlns:a="http://schemas.openxmlformats.org/drawingml/2006/main">
            <a:off x="1652588" y="3376613"/>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361" name=""/>
          <p:cNvCxnSpPr>
            <a:stCxn xmlns:a="http://schemas.openxmlformats.org/drawingml/2006/main" id="141" idx="2"/>
            <a:endCxn xmlns:a="http://schemas.openxmlformats.org/drawingml/2006/main" id="142" idx="0"/>
          </p:cNvCxnSpPr>
          <p:nvPr/>
        </p:nvCxnSpPr>
        <p:spPr>
          <a:xfrm xmlns:a="http://schemas.openxmlformats.org/drawingml/2006/main">
            <a:off x="1657351" y="3224213"/>
            <a:ext cx="0" cy="152400"/>
          </a:xfrm>
          <a:prstGeom xmlns:a="http://schemas.openxmlformats.org/drawingml/2006/main" prst="straightConnector1">
            <a:avLst/>
          </a:prstGeom>
          <a:ln xmlns:a="http://schemas.openxmlformats.org/drawingml/2006/main" w="12859">
            <a:solidFill>
              <a:srgbClr val="3B5AA8"/>
            </a:solidFill>
          </a:ln>
        </p:spPr>
      </p:cxnSp>
      <p:sp>
        <p:nvSpPr>
          <p:cNvPr id="144" name="">
            <a:extLst xmlns:a="http://schemas.openxmlformats.org/drawingml/2006/main">
              <a:ext uri="{FF2B5EF4-FFF2-40B4-BE49-F238E27FC236}">
                <a16:creationId xmlns:a16="http://schemas.microsoft.com/office/drawing/2014/main" id="{C715FBE5-C064-4033-977B-C77B18010FB6}"/>
              </a:ext>
            </a:extLst>
          </p:cNvPr>
          <p:cNvSpPr>
            <a:spLocks xmlns:a="http://schemas.openxmlformats.org/drawingml/2006/main" noGrp="1"/>
          </p:cNvSpPr>
          <p:nvPr/>
        </p:nvSpPr>
        <p:spPr>
          <a:xfrm xmlns:a="http://schemas.openxmlformats.org/drawingml/2006/main">
            <a:off x="528638" y="3376613"/>
            <a:ext cx="9525" cy="9525"/>
          </a:xfrm>
          <a:prstGeom xmlns:a="http://schemas.openxmlformats.org/drawingml/2006/main" prst="rect">
            <a:avLst/>
          </a:prstGeom>
          <a:noFill xmlns:a="http://schemas.openxmlformats.org/drawingml/2006/main"/>
          <a:ln xmlns:a="http://schemas.openxmlformats.org/drawingml/2006/main" w="0">
            <a:noFill/>
          </a:ln>
        </p:spPr>
      </p:sp>
      <p:sp>
        <p:nvSpPr>
          <p:cNvPr id="145" name="">
            <a:extLst xmlns:a="http://schemas.openxmlformats.org/drawingml/2006/main">
              <a:ext uri="{FF2B5EF4-FFF2-40B4-BE49-F238E27FC236}">
                <a16:creationId xmlns:a16="http://schemas.microsoft.com/office/drawing/2014/main" id="{2C09EF3D-850C-4C5C-8780-21842E04DDE3}"/>
              </a:ext>
            </a:extLst>
          </p:cNvPr>
          <p:cNvSpPr>
            <a:spLocks xmlns:a="http://schemas.openxmlformats.org/drawingml/2006/main" noGrp="1"/>
          </p:cNvSpPr>
          <p:nvPr/>
        </p:nvSpPr>
        <p:spPr>
          <a:xfrm xmlns:a="http://schemas.openxmlformats.org/drawingml/2006/main">
            <a:off x="1652588" y="3376613"/>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364" name=""/>
          <p:cNvCxnSpPr>
            <a:stCxn xmlns:a="http://schemas.openxmlformats.org/drawingml/2006/main" id="144" idx="3"/>
            <a:endCxn xmlns:a="http://schemas.openxmlformats.org/drawingml/2006/main" id="145" idx="1"/>
          </p:cNvCxnSpPr>
          <p:nvPr/>
        </p:nvCxnSpPr>
        <p:spPr>
          <a:xfrm xmlns:a="http://schemas.openxmlformats.org/drawingml/2006/main">
            <a:off x="538163" y="3381376"/>
            <a:ext cx="1114425" cy="0"/>
          </a:xfrm>
          <a:prstGeom xmlns:a="http://schemas.openxmlformats.org/drawingml/2006/main" prst="straightConnector1">
            <a:avLst/>
          </a:prstGeom>
          <a:ln xmlns:a="http://schemas.openxmlformats.org/drawingml/2006/main" w="12859">
            <a:solidFill>
              <a:srgbClr val="3B5AA8"/>
            </a:solidFill>
          </a:ln>
        </p:spPr>
      </p:cxnSp>
      <p:sp>
        <p:nvSpPr>
          <p:cNvPr id="147" name="">
            <a:extLst xmlns:a="http://schemas.openxmlformats.org/drawingml/2006/main">
              <a:ext uri="{FF2B5EF4-FFF2-40B4-BE49-F238E27FC236}">
                <a16:creationId xmlns:a16="http://schemas.microsoft.com/office/drawing/2014/main" id="{70D4D9DA-5FC7-4008-8AE2-ABEEE827B139}"/>
              </a:ext>
            </a:extLst>
          </p:cNvPr>
          <p:cNvSpPr>
            <a:spLocks xmlns:a="http://schemas.openxmlformats.org/drawingml/2006/main" noGrp="1"/>
          </p:cNvSpPr>
          <p:nvPr/>
        </p:nvSpPr>
        <p:spPr>
          <a:xfrm xmlns:a="http://schemas.openxmlformats.org/drawingml/2006/main">
            <a:off x="528638" y="3376613"/>
            <a:ext cx="9525" cy="9525"/>
          </a:xfrm>
          <a:prstGeom xmlns:a="http://schemas.openxmlformats.org/drawingml/2006/main" prst="rect">
            <a:avLst/>
          </a:prstGeom>
          <a:noFill xmlns:a="http://schemas.openxmlformats.org/drawingml/2006/main"/>
          <a:ln xmlns:a="http://schemas.openxmlformats.org/drawingml/2006/main" w="0">
            <a:noFill/>
          </a:ln>
        </p:spPr>
      </p:sp>
      <p:sp>
        <p:nvSpPr>
          <p:cNvPr id="148" name="">
            <a:extLst xmlns:a="http://schemas.openxmlformats.org/drawingml/2006/main">
              <a:ext uri="{FF2B5EF4-FFF2-40B4-BE49-F238E27FC236}">
                <a16:creationId xmlns:a16="http://schemas.microsoft.com/office/drawing/2014/main" id="{CDA08EB8-6D66-4456-A99C-6575E04A5940}"/>
              </a:ext>
            </a:extLst>
          </p:cNvPr>
          <p:cNvSpPr>
            <a:spLocks xmlns:a="http://schemas.openxmlformats.org/drawingml/2006/main" noGrp="1"/>
          </p:cNvSpPr>
          <p:nvPr/>
        </p:nvSpPr>
        <p:spPr>
          <a:xfrm xmlns:a="http://schemas.openxmlformats.org/drawingml/2006/main">
            <a:off x="528638" y="5376863"/>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367" name=""/>
          <p:cNvCxnSpPr>
            <a:stCxn xmlns:a="http://schemas.openxmlformats.org/drawingml/2006/main" id="147" idx="2"/>
            <a:endCxn xmlns:a="http://schemas.openxmlformats.org/drawingml/2006/main" id="148" idx="0"/>
          </p:cNvCxnSpPr>
          <p:nvPr/>
        </p:nvCxnSpPr>
        <p:spPr>
          <a:xfrm xmlns:a="http://schemas.openxmlformats.org/drawingml/2006/main">
            <a:off x="533401" y="3386138"/>
            <a:ext cx="0" cy="1990725"/>
          </a:xfrm>
          <a:prstGeom xmlns:a="http://schemas.openxmlformats.org/drawingml/2006/main" prst="straightConnector1">
            <a:avLst/>
          </a:prstGeom>
          <a:ln xmlns:a="http://schemas.openxmlformats.org/drawingml/2006/main" w="12859">
            <a:solidFill>
              <a:srgbClr val="3B5AA8"/>
            </a:solidFill>
          </a:ln>
        </p:spPr>
      </p:cxnSp>
      <p:sp>
        <p:nvSpPr>
          <p:cNvPr id="150" name="">
            <a:extLst xmlns:a="http://schemas.openxmlformats.org/drawingml/2006/main">
              <a:ext uri="{FF2B5EF4-FFF2-40B4-BE49-F238E27FC236}">
                <a16:creationId xmlns:a16="http://schemas.microsoft.com/office/drawing/2014/main" id="{A4B0C120-1825-4794-96BE-50AF8169DFBC}"/>
              </a:ext>
            </a:extLst>
          </p:cNvPr>
          <p:cNvSpPr>
            <a:spLocks xmlns:a="http://schemas.openxmlformats.org/drawingml/2006/main" noGrp="1"/>
          </p:cNvSpPr>
          <p:nvPr/>
        </p:nvSpPr>
        <p:spPr>
          <a:xfrm xmlns:a="http://schemas.openxmlformats.org/drawingml/2006/main">
            <a:off x="528638" y="3805238"/>
            <a:ext cx="9525" cy="9525"/>
          </a:xfrm>
          <a:prstGeom xmlns:a="http://schemas.openxmlformats.org/drawingml/2006/main" prst="rect">
            <a:avLst/>
          </a:prstGeom>
          <a:noFill xmlns:a="http://schemas.openxmlformats.org/drawingml/2006/main"/>
          <a:ln xmlns:a="http://schemas.openxmlformats.org/drawingml/2006/main" w="0">
            <a:noFill/>
          </a:ln>
        </p:spPr>
      </p:sp>
      <p:sp>
        <p:nvSpPr>
          <p:cNvPr id="151" name="">
            <a:extLst xmlns:a="http://schemas.openxmlformats.org/drawingml/2006/main">
              <a:ext uri="{FF2B5EF4-FFF2-40B4-BE49-F238E27FC236}">
                <a16:creationId xmlns:a16="http://schemas.microsoft.com/office/drawing/2014/main" id="{260AC3D1-5FE3-4104-BF6D-33FEA41D93B4}"/>
              </a:ext>
            </a:extLst>
          </p:cNvPr>
          <p:cNvSpPr>
            <a:spLocks xmlns:a="http://schemas.openxmlformats.org/drawingml/2006/main" noGrp="1"/>
          </p:cNvSpPr>
          <p:nvPr/>
        </p:nvSpPr>
        <p:spPr>
          <a:xfrm xmlns:a="http://schemas.openxmlformats.org/drawingml/2006/main">
            <a:off x="719138" y="3805238"/>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370" name=""/>
          <p:cNvCxnSpPr>
            <a:stCxn xmlns:a="http://schemas.openxmlformats.org/drawingml/2006/main" id="150" idx="3"/>
            <a:endCxn xmlns:a="http://schemas.openxmlformats.org/drawingml/2006/main" id="151" idx="1"/>
          </p:cNvCxnSpPr>
          <p:nvPr/>
        </p:nvCxnSpPr>
        <p:spPr>
          <a:xfrm xmlns:a="http://schemas.openxmlformats.org/drawingml/2006/main">
            <a:off x="538163" y="3810001"/>
            <a:ext cx="180975" cy="0"/>
          </a:xfrm>
          <a:prstGeom xmlns:a="http://schemas.openxmlformats.org/drawingml/2006/main" prst="straightConnector1">
            <a:avLst/>
          </a:prstGeom>
          <a:ln xmlns:a="http://schemas.openxmlformats.org/drawingml/2006/main" w="12859">
            <a:solidFill>
              <a:srgbClr val="3B5AA8"/>
            </a:solidFill>
          </a:ln>
        </p:spPr>
      </p:cxnSp>
      <p:sp>
        <p:nvSpPr>
          <p:cNvPr id="153" name="">
            <a:extLst xmlns:a="http://schemas.openxmlformats.org/drawingml/2006/main">
              <a:ext uri="{FF2B5EF4-FFF2-40B4-BE49-F238E27FC236}">
                <a16:creationId xmlns:a16="http://schemas.microsoft.com/office/drawing/2014/main" id="{0ED60789-E569-4178-B133-0F747108F3C1}"/>
              </a:ext>
            </a:extLst>
          </p:cNvPr>
          <p:cNvSpPr>
            <a:spLocks xmlns:a="http://schemas.openxmlformats.org/drawingml/2006/main" noGrp="1"/>
          </p:cNvSpPr>
          <p:nvPr/>
        </p:nvSpPr>
        <p:spPr>
          <a:xfrm xmlns:a="http://schemas.openxmlformats.org/drawingml/2006/main">
            <a:off x="723900" y="3609975"/>
            <a:ext cx="2171700" cy="400050"/>
          </a:xfrm>
          <a:prstGeom xmlns:a="http://schemas.openxmlformats.org/drawingml/2006/main" prst="rect">
            <a:avLst/>
          </a:prstGeom>
          <a:solidFill xmlns:a="http://schemas.openxmlformats.org/drawingml/2006/main">
            <a:srgbClr val="FFFFFF"/>
          </a:solidFill>
          <a:ln xmlns:a="http://schemas.openxmlformats.org/drawingml/2006/main" w="9525">
            <a:solidFill>
              <a:srgbClr val="3B5AA8"/>
            </a:solidFill>
          </a:ln>
        </p:spPr>
        <p:txBody>
          <a:bodyPr xmlns:a="http://schemas.openxmlformats.org/drawingml/2006/main" wrap="square" lIns="76200" tIns="47625" rIns="76200" bIns="47625" anchor="ctr">
            <a:noAutofit/>
          </a:bodyPr>
          <a:lstStyle xmlns:a="http://schemas.openxmlformats.org/drawingml/2006/main"/>
          <a:p xmlns:a="http://schemas.openxmlformats.org/drawingml/2006/main">
            <a:pPr algn="ctr" eaLnBrk="0" latinLnBrk="0">
              <a:lnSpc>
                <a:spcPct val="116000"/>
              </a:lnSpc>
              <a:buNone/>
              <a:defRPr sz="1425" b="0" lang="ko-KR">
                <a:solidFill>
                  <a:srgbClr val="24292F"/>
                </a:solidFill>
                <a:latin typeface="맑은 고딕"/>
                <a:ea typeface="맑은 고딕"/>
                <a:cs typeface="맑은 고딕"/>
              </a:defRPr>
            </a:pPr>
            <a:r>
              <a:rPr sz="1425" b="0" lang="ko-KR">
                <a:solidFill>
                  <a:srgbClr val="24292F"/>
                </a:solidFill>
                <a:latin typeface="맑은 고딕"/>
                <a:ea typeface="맑은 고딕"/>
                <a:cs typeface="맑은 고딕"/>
              </a:rPr>
              <a:t>집중과 결과 기록</a:t>
            </a:r>
          </a:p>
        </p:txBody>
      </p:sp>
      <p:sp>
        <p:nvSpPr>
          <p:cNvPr id="154" name="">
            <a:extLst xmlns:a="http://schemas.openxmlformats.org/drawingml/2006/main">
              <a:ext uri="{FF2B5EF4-FFF2-40B4-BE49-F238E27FC236}">
                <a16:creationId xmlns:a16="http://schemas.microsoft.com/office/drawing/2014/main" id="{53DE7B18-1401-44FE-ACB1-AE7347F9BC46}"/>
              </a:ext>
            </a:extLst>
          </p:cNvPr>
          <p:cNvSpPr>
            <a:spLocks xmlns:a="http://schemas.openxmlformats.org/drawingml/2006/main" noGrp="1"/>
          </p:cNvSpPr>
          <p:nvPr/>
        </p:nvSpPr>
        <p:spPr>
          <a:xfrm xmlns:a="http://schemas.openxmlformats.org/drawingml/2006/main">
            <a:off x="528638" y="4329113"/>
            <a:ext cx="9525" cy="9525"/>
          </a:xfrm>
          <a:prstGeom xmlns:a="http://schemas.openxmlformats.org/drawingml/2006/main" prst="rect">
            <a:avLst/>
          </a:prstGeom>
          <a:noFill xmlns:a="http://schemas.openxmlformats.org/drawingml/2006/main"/>
          <a:ln xmlns:a="http://schemas.openxmlformats.org/drawingml/2006/main" w="0">
            <a:noFill/>
          </a:ln>
        </p:spPr>
      </p:sp>
      <p:sp>
        <p:nvSpPr>
          <p:cNvPr id="155" name="">
            <a:extLst xmlns:a="http://schemas.openxmlformats.org/drawingml/2006/main">
              <a:ext uri="{FF2B5EF4-FFF2-40B4-BE49-F238E27FC236}">
                <a16:creationId xmlns:a16="http://schemas.microsoft.com/office/drawing/2014/main" id="{A4AE6A52-A294-4231-BA86-14EED507A49B}"/>
              </a:ext>
            </a:extLst>
          </p:cNvPr>
          <p:cNvSpPr>
            <a:spLocks xmlns:a="http://schemas.openxmlformats.org/drawingml/2006/main" noGrp="1"/>
          </p:cNvSpPr>
          <p:nvPr/>
        </p:nvSpPr>
        <p:spPr>
          <a:xfrm xmlns:a="http://schemas.openxmlformats.org/drawingml/2006/main">
            <a:off x="719138" y="4329113"/>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374" name=""/>
          <p:cNvCxnSpPr>
            <a:stCxn xmlns:a="http://schemas.openxmlformats.org/drawingml/2006/main" id="154" idx="3"/>
            <a:endCxn xmlns:a="http://schemas.openxmlformats.org/drawingml/2006/main" id="155" idx="1"/>
          </p:cNvCxnSpPr>
          <p:nvPr/>
        </p:nvCxnSpPr>
        <p:spPr>
          <a:xfrm xmlns:a="http://schemas.openxmlformats.org/drawingml/2006/main">
            <a:off x="538163" y="4333876"/>
            <a:ext cx="180975" cy="0"/>
          </a:xfrm>
          <a:prstGeom xmlns:a="http://schemas.openxmlformats.org/drawingml/2006/main" prst="straightConnector1">
            <a:avLst/>
          </a:prstGeom>
          <a:ln xmlns:a="http://schemas.openxmlformats.org/drawingml/2006/main" w="12859">
            <a:solidFill>
              <a:srgbClr val="3B5AA8"/>
            </a:solidFill>
          </a:ln>
        </p:spPr>
      </p:cxnSp>
      <p:sp>
        <p:nvSpPr>
          <p:cNvPr id="157" name="">
            <a:extLst xmlns:a="http://schemas.openxmlformats.org/drawingml/2006/main">
              <a:ext uri="{FF2B5EF4-FFF2-40B4-BE49-F238E27FC236}">
                <a16:creationId xmlns:a16="http://schemas.microsoft.com/office/drawing/2014/main" id="{E030BFBE-9A03-4411-A92F-0AA742AC5491}"/>
              </a:ext>
            </a:extLst>
          </p:cNvPr>
          <p:cNvSpPr>
            <a:spLocks xmlns:a="http://schemas.openxmlformats.org/drawingml/2006/main" noGrp="1"/>
          </p:cNvSpPr>
          <p:nvPr/>
        </p:nvSpPr>
        <p:spPr>
          <a:xfrm xmlns:a="http://schemas.openxmlformats.org/drawingml/2006/main">
            <a:off x="723900" y="4133850"/>
            <a:ext cx="2171700" cy="400050"/>
          </a:xfrm>
          <a:prstGeom xmlns:a="http://schemas.openxmlformats.org/drawingml/2006/main" prst="rect">
            <a:avLst/>
          </a:prstGeom>
          <a:solidFill xmlns:a="http://schemas.openxmlformats.org/drawingml/2006/main">
            <a:srgbClr val="FFF1E9"/>
          </a:solidFill>
          <a:ln xmlns:a="http://schemas.openxmlformats.org/drawingml/2006/main" w="9525">
            <a:solidFill>
              <a:srgbClr val="3B5AA8"/>
            </a:solidFill>
          </a:ln>
        </p:spPr>
        <p:txBody>
          <a:bodyPr xmlns:a="http://schemas.openxmlformats.org/drawingml/2006/main" wrap="square" lIns="76200" tIns="47625" rIns="76200" bIns="47625" anchor="ctr">
            <a:noAutofit/>
          </a:bodyPr>
          <a:lstStyle xmlns:a="http://schemas.openxmlformats.org/drawingml/2006/main"/>
          <a:p xmlns:a="http://schemas.openxmlformats.org/drawingml/2006/main">
            <a:pPr algn="ctr" eaLnBrk="0" latinLnBrk="0">
              <a:lnSpc>
                <a:spcPct val="116000"/>
              </a:lnSpc>
              <a:buNone/>
              <a:defRPr sz="1425" b="1" lang="ko-KR">
                <a:solidFill>
                  <a:srgbClr val="9E472F"/>
                </a:solidFill>
                <a:latin typeface="맑은 고딕"/>
                <a:ea typeface="맑은 고딕"/>
                <a:cs typeface="맑은 고딕"/>
              </a:defRPr>
            </a:pPr>
            <a:r>
              <a:rPr sz="1425" b="1" lang="ko-KR">
                <a:solidFill>
                  <a:srgbClr val="9E472F"/>
                </a:solidFill>
                <a:latin typeface="맑은 고딕"/>
                <a:ea typeface="맑은 고딕"/>
                <a:cs typeface="맑은 고딕"/>
              </a:rPr>
              <a:t>회복안 선택과 리플랜</a:t>
            </a:r>
          </a:p>
        </p:txBody>
      </p:sp>
      <p:sp>
        <p:nvSpPr>
          <p:cNvPr id="158" name="">
            <a:extLst xmlns:a="http://schemas.openxmlformats.org/drawingml/2006/main">
              <a:ext uri="{FF2B5EF4-FFF2-40B4-BE49-F238E27FC236}">
                <a16:creationId xmlns:a16="http://schemas.microsoft.com/office/drawing/2014/main" id="{418F6F3D-6257-4C24-9BC3-3DC0A5AA6578}"/>
              </a:ext>
            </a:extLst>
          </p:cNvPr>
          <p:cNvSpPr>
            <a:spLocks xmlns:a="http://schemas.openxmlformats.org/drawingml/2006/main" noGrp="1"/>
          </p:cNvSpPr>
          <p:nvPr/>
        </p:nvSpPr>
        <p:spPr>
          <a:xfrm xmlns:a="http://schemas.openxmlformats.org/drawingml/2006/main">
            <a:off x="528638" y="4852988"/>
            <a:ext cx="9525" cy="9525"/>
          </a:xfrm>
          <a:prstGeom xmlns:a="http://schemas.openxmlformats.org/drawingml/2006/main" prst="rect">
            <a:avLst/>
          </a:prstGeom>
          <a:noFill xmlns:a="http://schemas.openxmlformats.org/drawingml/2006/main"/>
          <a:ln xmlns:a="http://schemas.openxmlformats.org/drawingml/2006/main" w="0">
            <a:noFill/>
          </a:ln>
        </p:spPr>
      </p:sp>
      <p:sp>
        <p:nvSpPr>
          <p:cNvPr id="159" name="">
            <a:extLst xmlns:a="http://schemas.openxmlformats.org/drawingml/2006/main">
              <a:ext uri="{FF2B5EF4-FFF2-40B4-BE49-F238E27FC236}">
                <a16:creationId xmlns:a16="http://schemas.microsoft.com/office/drawing/2014/main" id="{0B50E604-DA99-4FD6-9701-798DCA14C7E6}"/>
              </a:ext>
            </a:extLst>
          </p:cNvPr>
          <p:cNvSpPr>
            <a:spLocks xmlns:a="http://schemas.openxmlformats.org/drawingml/2006/main" noGrp="1"/>
          </p:cNvSpPr>
          <p:nvPr/>
        </p:nvSpPr>
        <p:spPr>
          <a:xfrm xmlns:a="http://schemas.openxmlformats.org/drawingml/2006/main">
            <a:off x="719138" y="4852988"/>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378" name=""/>
          <p:cNvCxnSpPr>
            <a:stCxn xmlns:a="http://schemas.openxmlformats.org/drawingml/2006/main" id="158" idx="3"/>
            <a:endCxn xmlns:a="http://schemas.openxmlformats.org/drawingml/2006/main" id="159" idx="1"/>
          </p:cNvCxnSpPr>
          <p:nvPr/>
        </p:nvCxnSpPr>
        <p:spPr>
          <a:xfrm xmlns:a="http://schemas.openxmlformats.org/drawingml/2006/main">
            <a:off x="538163" y="4857751"/>
            <a:ext cx="180975" cy="0"/>
          </a:xfrm>
          <a:prstGeom xmlns:a="http://schemas.openxmlformats.org/drawingml/2006/main" prst="straightConnector1">
            <a:avLst/>
          </a:prstGeom>
          <a:ln xmlns:a="http://schemas.openxmlformats.org/drawingml/2006/main" w="12859">
            <a:solidFill>
              <a:srgbClr val="3B5AA8"/>
            </a:solidFill>
          </a:ln>
        </p:spPr>
      </p:cxnSp>
      <p:sp>
        <p:nvSpPr>
          <p:cNvPr id="161" name="">
            <a:extLst xmlns:a="http://schemas.openxmlformats.org/drawingml/2006/main">
              <a:ext uri="{FF2B5EF4-FFF2-40B4-BE49-F238E27FC236}">
                <a16:creationId xmlns:a16="http://schemas.microsoft.com/office/drawing/2014/main" id="{8909D9B4-93C8-4C66-A4E7-057F17560EFB}"/>
              </a:ext>
            </a:extLst>
          </p:cNvPr>
          <p:cNvSpPr>
            <a:spLocks xmlns:a="http://schemas.openxmlformats.org/drawingml/2006/main" noGrp="1"/>
          </p:cNvSpPr>
          <p:nvPr/>
        </p:nvSpPr>
        <p:spPr>
          <a:xfrm xmlns:a="http://schemas.openxmlformats.org/drawingml/2006/main">
            <a:off x="723900" y="4657725"/>
            <a:ext cx="2171700" cy="400050"/>
          </a:xfrm>
          <a:prstGeom xmlns:a="http://schemas.openxmlformats.org/drawingml/2006/main" prst="rect">
            <a:avLst/>
          </a:prstGeom>
          <a:solidFill xmlns:a="http://schemas.openxmlformats.org/drawingml/2006/main">
            <a:srgbClr val="FFFFFF"/>
          </a:solidFill>
          <a:ln xmlns:a="http://schemas.openxmlformats.org/drawingml/2006/main" w="9525">
            <a:solidFill>
              <a:srgbClr val="3B5AA8"/>
            </a:solidFill>
          </a:ln>
        </p:spPr>
        <p:txBody>
          <a:bodyPr xmlns:a="http://schemas.openxmlformats.org/drawingml/2006/main" wrap="square" lIns="76200" tIns="47625" rIns="76200" bIns="47625" anchor="ctr">
            <a:noAutofit/>
          </a:bodyPr>
          <a:lstStyle xmlns:a="http://schemas.openxmlformats.org/drawingml/2006/main"/>
          <a:p xmlns:a="http://schemas.openxmlformats.org/drawingml/2006/main">
            <a:pPr algn="ctr" eaLnBrk="0" latinLnBrk="0">
              <a:lnSpc>
                <a:spcPct val="116000"/>
              </a:lnSpc>
              <a:buNone/>
              <a:defRPr sz="1425" b="0" lang="ko-KR">
                <a:solidFill>
                  <a:srgbClr val="24292F"/>
                </a:solidFill>
                <a:latin typeface="맑은 고딕"/>
                <a:ea typeface="맑은 고딕"/>
                <a:cs typeface="맑은 고딕"/>
              </a:defRPr>
            </a:pPr>
            <a:r>
              <a:rPr sz="1425" b="0" lang="ko-KR">
                <a:solidFill>
                  <a:srgbClr val="24292F"/>
                </a:solidFill>
                <a:latin typeface="맑은 고딕"/>
                <a:ea typeface="맑은 고딕"/>
                <a:cs typeface="맑은 고딕"/>
              </a:rPr>
              <a:t>저녁 체크인</a:t>
            </a:r>
          </a:p>
        </p:txBody>
      </p:sp>
      <p:sp>
        <p:nvSpPr>
          <p:cNvPr id="162" name="">
            <a:extLst xmlns:a="http://schemas.openxmlformats.org/drawingml/2006/main">
              <a:ext uri="{FF2B5EF4-FFF2-40B4-BE49-F238E27FC236}">
                <a16:creationId xmlns:a16="http://schemas.microsoft.com/office/drawing/2014/main" id="{65E758C5-0825-495A-A298-2CF5DBFFD97E}"/>
              </a:ext>
            </a:extLst>
          </p:cNvPr>
          <p:cNvSpPr>
            <a:spLocks xmlns:a="http://schemas.openxmlformats.org/drawingml/2006/main" noGrp="1"/>
          </p:cNvSpPr>
          <p:nvPr/>
        </p:nvSpPr>
        <p:spPr>
          <a:xfrm xmlns:a="http://schemas.openxmlformats.org/drawingml/2006/main">
            <a:off x="528638" y="5376863"/>
            <a:ext cx="9525" cy="9525"/>
          </a:xfrm>
          <a:prstGeom xmlns:a="http://schemas.openxmlformats.org/drawingml/2006/main" prst="rect">
            <a:avLst/>
          </a:prstGeom>
          <a:noFill xmlns:a="http://schemas.openxmlformats.org/drawingml/2006/main"/>
          <a:ln xmlns:a="http://schemas.openxmlformats.org/drawingml/2006/main" w="0">
            <a:noFill/>
          </a:ln>
        </p:spPr>
      </p:sp>
      <p:sp>
        <p:nvSpPr>
          <p:cNvPr id="163" name="">
            <a:extLst xmlns:a="http://schemas.openxmlformats.org/drawingml/2006/main">
              <a:ext uri="{FF2B5EF4-FFF2-40B4-BE49-F238E27FC236}">
                <a16:creationId xmlns:a16="http://schemas.microsoft.com/office/drawing/2014/main" id="{5A1CCB10-B1BA-4ED0-8A97-07F5FC09DF9B}"/>
              </a:ext>
            </a:extLst>
          </p:cNvPr>
          <p:cNvSpPr>
            <a:spLocks xmlns:a="http://schemas.openxmlformats.org/drawingml/2006/main" noGrp="1"/>
          </p:cNvSpPr>
          <p:nvPr/>
        </p:nvSpPr>
        <p:spPr>
          <a:xfrm xmlns:a="http://schemas.openxmlformats.org/drawingml/2006/main">
            <a:off x="719138" y="5376863"/>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382" name=""/>
          <p:cNvCxnSpPr>
            <a:stCxn xmlns:a="http://schemas.openxmlformats.org/drawingml/2006/main" id="162" idx="3"/>
            <a:endCxn xmlns:a="http://schemas.openxmlformats.org/drawingml/2006/main" id="163" idx="1"/>
          </p:cNvCxnSpPr>
          <p:nvPr/>
        </p:nvCxnSpPr>
        <p:spPr>
          <a:xfrm xmlns:a="http://schemas.openxmlformats.org/drawingml/2006/main">
            <a:off x="538163" y="5381626"/>
            <a:ext cx="180975" cy="0"/>
          </a:xfrm>
          <a:prstGeom xmlns:a="http://schemas.openxmlformats.org/drawingml/2006/main" prst="straightConnector1">
            <a:avLst/>
          </a:prstGeom>
          <a:ln xmlns:a="http://schemas.openxmlformats.org/drawingml/2006/main" w="12859">
            <a:solidFill>
              <a:srgbClr val="3B5AA8"/>
            </a:solidFill>
          </a:ln>
        </p:spPr>
      </p:cxnSp>
      <p:sp>
        <p:nvSpPr>
          <p:cNvPr id="165" name="">
            <a:extLst xmlns:a="http://schemas.openxmlformats.org/drawingml/2006/main">
              <a:ext uri="{FF2B5EF4-FFF2-40B4-BE49-F238E27FC236}">
                <a16:creationId xmlns:a16="http://schemas.microsoft.com/office/drawing/2014/main" id="{90BC54FB-E433-4495-8894-439532EFA283}"/>
              </a:ext>
            </a:extLst>
          </p:cNvPr>
          <p:cNvSpPr>
            <a:spLocks xmlns:a="http://schemas.openxmlformats.org/drawingml/2006/main" noGrp="1"/>
          </p:cNvSpPr>
          <p:nvPr/>
        </p:nvSpPr>
        <p:spPr>
          <a:xfrm xmlns:a="http://schemas.openxmlformats.org/drawingml/2006/main">
            <a:off x="723900" y="5181600"/>
            <a:ext cx="2171700" cy="400050"/>
          </a:xfrm>
          <a:prstGeom xmlns:a="http://schemas.openxmlformats.org/drawingml/2006/main" prst="rect">
            <a:avLst/>
          </a:prstGeom>
          <a:solidFill xmlns:a="http://schemas.openxmlformats.org/drawingml/2006/main">
            <a:srgbClr val="FFFFFF"/>
          </a:solidFill>
          <a:ln xmlns:a="http://schemas.openxmlformats.org/drawingml/2006/main" w="9525">
            <a:solidFill>
              <a:srgbClr val="3B5AA8"/>
            </a:solidFill>
          </a:ln>
        </p:spPr>
        <p:txBody>
          <a:bodyPr xmlns:a="http://schemas.openxmlformats.org/drawingml/2006/main" wrap="square" lIns="76200" tIns="47625" rIns="76200" bIns="47625" anchor="ctr">
            <a:noAutofit/>
          </a:bodyPr>
          <a:lstStyle xmlns:a="http://schemas.openxmlformats.org/drawingml/2006/main"/>
          <a:p xmlns:a="http://schemas.openxmlformats.org/drawingml/2006/main">
            <a:pPr algn="ctr" eaLnBrk="0" latinLnBrk="0">
              <a:lnSpc>
                <a:spcPct val="116000"/>
              </a:lnSpc>
              <a:buNone/>
              <a:defRPr sz="1425" b="0" lang="ko-KR">
                <a:solidFill>
                  <a:srgbClr val="24292F"/>
                </a:solidFill>
                <a:latin typeface="맑은 고딕"/>
                <a:ea typeface="맑은 고딕"/>
                <a:cs typeface="맑은 고딕"/>
              </a:defRPr>
            </a:pPr>
            <a:r>
              <a:rPr sz="1425" b="0" lang="ko-KR">
                <a:solidFill>
                  <a:srgbClr val="24292F"/>
                </a:solidFill>
                <a:latin typeface="맑은 고딕"/>
                <a:ea typeface="맑은 고딕"/>
                <a:cs typeface="맑은 고딕"/>
              </a:rPr>
              <a:t>더보기</a:t>
            </a:r>
          </a:p>
        </p:txBody>
      </p:sp>
      <p:sp>
        <p:nvSpPr>
          <p:cNvPr id="166" name="">
            <a:extLst xmlns:a="http://schemas.openxmlformats.org/drawingml/2006/main">
              <a:ext uri="{FF2B5EF4-FFF2-40B4-BE49-F238E27FC236}">
                <a16:creationId xmlns:a16="http://schemas.microsoft.com/office/drawing/2014/main" id="{56D7E93F-B5E5-4799-8DC6-A8346E705B4B}"/>
              </a:ext>
            </a:extLst>
          </p:cNvPr>
          <p:cNvSpPr>
            <a:spLocks xmlns:a="http://schemas.openxmlformats.org/drawingml/2006/main" noGrp="1"/>
          </p:cNvSpPr>
          <p:nvPr/>
        </p:nvSpPr>
        <p:spPr>
          <a:xfrm xmlns:a="http://schemas.openxmlformats.org/drawingml/2006/main">
            <a:off x="4567238" y="3214688"/>
            <a:ext cx="9525" cy="9525"/>
          </a:xfrm>
          <a:prstGeom xmlns:a="http://schemas.openxmlformats.org/drawingml/2006/main" prst="rect">
            <a:avLst/>
          </a:prstGeom>
          <a:noFill xmlns:a="http://schemas.openxmlformats.org/drawingml/2006/main"/>
          <a:ln xmlns:a="http://schemas.openxmlformats.org/drawingml/2006/main" w="0">
            <a:noFill/>
          </a:ln>
        </p:spPr>
      </p:sp>
      <p:sp>
        <p:nvSpPr>
          <p:cNvPr id="167" name="">
            <a:extLst xmlns:a="http://schemas.openxmlformats.org/drawingml/2006/main">
              <a:ext uri="{FF2B5EF4-FFF2-40B4-BE49-F238E27FC236}">
                <a16:creationId xmlns:a16="http://schemas.microsoft.com/office/drawing/2014/main" id="{01DAF988-6284-41D1-BB7A-4B231D7A4360}"/>
              </a:ext>
            </a:extLst>
          </p:cNvPr>
          <p:cNvSpPr>
            <a:spLocks xmlns:a="http://schemas.openxmlformats.org/drawingml/2006/main" noGrp="1"/>
          </p:cNvSpPr>
          <p:nvPr/>
        </p:nvSpPr>
        <p:spPr>
          <a:xfrm xmlns:a="http://schemas.openxmlformats.org/drawingml/2006/main">
            <a:off x="4567238" y="3376613"/>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386" name=""/>
          <p:cNvCxnSpPr>
            <a:stCxn xmlns:a="http://schemas.openxmlformats.org/drawingml/2006/main" id="166" idx="2"/>
            <a:endCxn xmlns:a="http://schemas.openxmlformats.org/drawingml/2006/main" id="167" idx="0"/>
          </p:cNvCxnSpPr>
          <p:nvPr/>
        </p:nvCxnSpPr>
        <p:spPr>
          <a:xfrm xmlns:a="http://schemas.openxmlformats.org/drawingml/2006/main">
            <a:off x="4572001" y="3224213"/>
            <a:ext cx="0" cy="152400"/>
          </a:xfrm>
          <a:prstGeom xmlns:a="http://schemas.openxmlformats.org/drawingml/2006/main" prst="straightConnector1">
            <a:avLst/>
          </a:prstGeom>
          <a:ln xmlns:a="http://schemas.openxmlformats.org/drawingml/2006/main" w="12859">
            <a:solidFill>
              <a:srgbClr val="3B5AA8"/>
            </a:solidFill>
          </a:ln>
        </p:spPr>
      </p:cxnSp>
      <p:sp>
        <p:nvSpPr>
          <p:cNvPr id="169" name="">
            <a:extLst xmlns:a="http://schemas.openxmlformats.org/drawingml/2006/main">
              <a:ext uri="{FF2B5EF4-FFF2-40B4-BE49-F238E27FC236}">
                <a16:creationId xmlns:a16="http://schemas.microsoft.com/office/drawing/2014/main" id="{3DBFCB83-AC7D-49E4-A0BC-E22E21995CCB}"/>
              </a:ext>
            </a:extLst>
          </p:cNvPr>
          <p:cNvSpPr>
            <a:spLocks xmlns:a="http://schemas.openxmlformats.org/drawingml/2006/main" noGrp="1"/>
          </p:cNvSpPr>
          <p:nvPr/>
        </p:nvSpPr>
        <p:spPr>
          <a:xfrm xmlns:a="http://schemas.openxmlformats.org/drawingml/2006/main">
            <a:off x="3443288" y="3376613"/>
            <a:ext cx="9525" cy="9525"/>
          </a:xfrm>
          <a:prstGeom xmlns:a="http://schemas.openxmlformats.org/drawingml/2006/main" prst="rect">
            <a:avLst/>
          </a:prstGeom>
          <a:noFill xmlns:a="http://schemas.openxmlformats.org/drawingml/2006/main"/>
          <a:ln xmlns:a="http://schemas.openxmlformats.org/drawingml/2006/main" w="0">
            <a:noFill/>
          </a:ln>
        </p:spPr>
      </p:sp>
      <p:sp>
        <p:nvSpPr>
          <p:cNvPr id="170" name="">
            <a:extLst xmlns:a="http://schemas.openxmlformats.org/drawingml/2006/main">
              <a:ext uri="{FF2B5EF4-FFF2-40B4-BE49-F238E27FC236}">
                <a16:creationId xmlns:a16="http://schemas.microsoft.com/office/drawing/2014/main" id="{7AE531A9-B760-40E6-BE6E-39CE3512AA9E}"/>
              </a:ext>
            </a:extLst>
          </p:cNvPr>
          <p:cNvSpPr>
            <a:spLocks xmlns:a="http://schemas.openxmlformats.org/drawingml/2006/main" noGrp="1"/>
          </p:cNvSpPr>
          <p:nvPr/>
        </p:nvSpPr>
        <p:spPr>
          <a:xfrm xmlns:a="http://schemas.openxmlformats.org/drawingml/2006/main">
            <a:off x="4567238" y="3376613"/>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389" name=""/>
          <p:cNvCxnSpPr>
            <a:stCxn xmlns:a="http://schemas.openxmlformats.org/drawingml/2006/main" id="169" idx="3"/>
            <a:endCxn xmlns:a="http://schemas.openxmlformats.org/drawingml/2006/main" id="170" idx="1"/>
          </p:cNvCxnSpPr>
          <p:nvPr/>
        </p:nvCxnSpPr>
        <p:spPr>
          <a:xfrm xmlns:a="http://schemas.openxmlformats.org/drawingml/2006/main">
            <a:off x="3452813" y="3381376"/>
            <a:ext cx="1114425" cy="0"/>
          </a:xfrm>
          <a:prstGeom xmlns:a="http://schemas.openxmlformats.org/drawingml/2006/main" prst="straightConnector1">
            <a:avLst/>
          </a:prstGeom>
          <a:ln xmlns:a="http://schemas.openxmlformats.org/drawingml/2006/main" w="12859">
            <a:solidFill>
              <a:srgbClr val="3B5AA8"/>
            </a:solidFill>
          </a:ln>
        </p:spPr>
      </p:cxnSp>
      <p:sp>
        <p:nvSpPr>
          <p:cNvPr id="172" name="">
            <a:extLst xmlns:a="http://schemas.openxmlformats.org/drawingml/2006/main">
              <a:ext uri="{FF2B5EF4-FFF2-40B4-BE49-F238E27FC236}">
                <a16:creationId xmlns:a16="http://schemas.microsoft.com/office/drawing/2014/main" id="{4D525DBC-4191-4A02-BB2D-C8132D06DCE4}"/>
              </a:ext>
            </a:extLst>
          </p:cNvPr>
          <p:cNvSpPr>
            <a:spLocks xmlns:a="http://schemas.openxmlformats.org/drawingml/2006/main" noGrp="1"/>
          </p:cNvSpPr>
          <p:nvPr/>
        </p:nvSpPr>
        <p:spPr>
          <a:xfrm xmlns:a="http://schemas.openxmlformats.org/drawingml/2006/main">
            <a:off x="3443288" y="3376613"/>
            <a:ext cx="9525" cy="9525"/>
          </a:xfrm>
          <a:prstGeom xmlns:a="http://schemas.openxmlformats.org/drawingml/2006/main" prst="rect">
            <a:avLst/>
          </a:prstGeom>
          <a:noFill xmlns:a="http://schemas.openxmlformats.org/drawingml/2006/main"/>
          <a:ln xmlns:a="http://schemas.openxmlformats.org/drawingml/2006/main" w="0">
            <a:noFill/>
          </a:ln>
        </p:spPr>
      </p:sp>
      <p:sp>
        <p:nvSpPr>
          <p:cNvPr id="173" name="">
            <a:extLst xmlns:a="http://schemas.openxmlformats.org/drawingml/2006/main">
              <a:ext uri="{FF2B5EF4-FFF2-40B4-BE49-F238E27FC236}">
                <a16:creationId xmlns:a16="http://schemas.microsoft.com/office/drawing/2014/main" id="{62E9F525-53E3-4DDF-81C0-293F3B20DCF0}"/>
              </a:ext>
            </a:extLst>
          </p:cNvPr>
          <p:cNvSpPr>
            <a:spLocks xmlns:a="http://schemas.openxmlformats.org/drawingml/2006/main" noGrp="1"/>
          </p:cNvSpPr>
          <p:nvPr/>
        </p:nvSpPr>
        <p:spPr>
          <a:xfrm xmlns:a="http://schemas.openxmlformats.org/drawingml/2006/main">
            <a:off x="3443288" y="4329113"/>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392" name=""/>
          <p:cNvCxnSpPr>
            <a:stCxn xmlns:a="http://schemas.openxmlformats.org/drawingml/2006/main" id="172" idx="2"/>
            <a:endCxn xmlns:a="http://schemas.openxmlformats.org/drawingml/2006/main" id="173" idx="0"/>
          </p:cNvCxnSpPr>
          <p:nvPr/>
        </p:nvCxnSpPr>
        <p:spPr>
          <a:xfrm xmlns:a="http://schemas.openxmlformats.org/drawingml/2006/main">
            <a:off x="3448051" y="3386138"/>
            <a:ext cx="0" cy="942975"/>
          </a:xfrm>
          <a:prstGeom xmlns:a="http://schemas.openxmlformats.org/drawingml/2006/main" prst="straightConnector1">
            <a:avLst/>
          </a:prstGeom>
          <a:ln xmlns:a="http://schemas.openxmlformats.org/drawingml/2006/main" w="12859">
            <a:solidFill>
              <a:srgbClr val="3B5AA8"/>
            </a:solidFill>
          </a:ln>
        </p:spPr>
      </p:cxnSp>
      <p:sp>
        <p:nvSpPr>
          <p:cNvPr id="175" name="">
            <a:extLst xmlns:a="http://schemas.openxmlformats.org/drawingml/2006/main">
              <a:ext uri="{FF2B5EF4-FFF2-40B4-BE49-F238E27FC236}">
                <a16:creationId xmlns:a16="http://schemas.microsoft.com/office/drawing/2014/main" id="{C9F98595-289E-4BBE-854C-7C06C6F97AAF}"/>
              </a:ext>
            </a:extLst>
          </p:cNvPr>
          <p:cNvSpPr>
            <a:spLocks xmlns:a="http://schemas.openxmlformats.org/drawingml/2006/main" noGrp="1"/>
          </p:cNvSpPr>
          <p:nvPr/>
        </p:nvSpPr>
        <p:spPr>
          <a:xfrm xmlns:a="http://schemas.openxmlformats.org/drawingml/2006/main">
            <a:off x="3443288" y="3805238"/>
            <a:ext cx="9525" cy="9525"/>
          </a:xfrm>
          <a:prstGeom xmlns:a="http://schemas.openxmlformats.org/drawingml/2006/main" prst="rect">
            <a:avLst/>
          </a:prstGeom>
          <a:noFill xmlns:a="http://schemas.openxmlformats.org/drawingml/2006/main"/>
          <a:ln xmlns:a="http://schemas.openxmlformats.org/drawingml/2006/main" w="0">
            <a:noFill/>
          </a:ln>
        </p:spPr>
      </p:sp>
      <p:sp>
        <p:nvSpPr>
          <p:cNvPr id="176" name="">
            <a:extLst xmlns:a="http://schemas.openxmlformats.org/drawingml/2006/main">
              <a:ext uri="{FF2B5EF4-FFF2-40B4-BE49-F238E27FC236}">
                <a16:creationId xmlns:a16="http://schemas.microsoft.com/office/drawing/2014/main" id="{86C9E469-8E48-4A17-8944-7792021840F2}"/>
              </a:ext>
            </a:extLst>
          </p:cNvPr>
          <p:cNvSpPr>
            <a:spLocks xmlns:a="http://schemas.openxmlformats.org/drawingml/2006/main" noGrp="1"/>
          </p:cNvSpPr>
          <p:nvPr/>
        </p:nvSpPr>
        <p:spPr>
          <a:xfrm xmlns:a="http://schemas.openxmlformats.org/drawingml/2006/main">
            <a:off x="3633788" y="3805238"/>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395" name=""/>
          <p:cNvCxnSpPr>
            <a:stCxn xmlns:a="http://schemas.openxmlformats.org/drawingml/2006/main" id="175" idx="3"/>
            <a:endCxn xmlns:a="http://schemas.openxmlformats.org/drawingml/2006/main" id="176" idx="1"/>
          </p:cNvCxnSpPr>
          <p:nvPr/>
        </p:nvCxnSpPr>
        <p:spPr>
          <a:xfrm xmlns:a="http://schemas.openxmlformats.org/drawingml/2006/main">
            <a:off x="3452813" y="3810001"/>
            <a:ext cx="180975" cy="0"/>
          </a:xfrm>
          <a:prstGeom xmlns:a="http://schemas.openxmlformats.org/drawingml/2006/main" prst="straightConnector1">
            <a:avLst/>
          </a:prstGeom>
          <a:ln xmlns:a="http://schemas.openxmlformats.org/drawingml/2006/main" w="12859">
            <a:solidFill>
              <a:srgbClr val="3B5AA8"/>
            </a:solidFill>
          </a:ln>
        </p:spPr>
      </p:cxnSp>
      <p:sp>
        <p:nvSpPr>
          <p:cNvPr id="178" name="">
            <a:extLst xmlns:a="http://schemas.openxmlformats.org/drawingml/2006/main">
              <a:ext uri="{FF2B5EF4-FFF2-40B4-BE49-F238E27FC236}">
                <a16:creationId xmlns:a16="http://schemas.microsoft.com/office/drawing/2014/main" id="{BB0093D9-C000-4F38-B1E8-EA96A9E47BA9}"/>
              </a:ext>
            </a:extLst>
          </p:cNvPr>
          <p:cNvSpPr>
            <a:spLocks xmlns:a="http://schemas.openxmlformats.org/drawingml/2006/main" noGrp="1"/>
          </p:cNvSpPr>
          <p:nvPr/>
        </p:nvSpPr>
        <p:spPr>
          <a:xfrm xmlns:a="http://schemas.openxmlformats.org/drawingml/2006/main">
            <a:off x="3638550" y="3609975"/>
            <a:ext cx="2171700" cy="400050"/>
          </a:xfrm>
          <a:prstGeom xmlns:a="http://schemas.openxmlformats.org/drawingml/2006/main" prst="rect">
            <a:avLst/>
          </a:prstGeom>
          <a:solidFill xmlns:a="http://schemas.openxmlformats.org/drawingml/2006/main">
            <a:srgbClr val="FFFFFF"/>
          </a:solidFill>
          <a:ln xmlns:a="http://schemas.openxmlformats.org/drawingml/2006/main" w="9525">
            <a:solidFill>
              <a:srgbClr val="3B5AA8"/>
            </a:solidFill>
          </a:ln>
        </p:spPr>
        <p:txBody>
          <a:bodyPr xmlns:a="http://schemas.openxmlformats.org/drawingml/2006/main" wrap="square" lIns="76200" tIns="47625" rIns="76200" bIns="47625" anchor="ctr">
            <a:noAutofit/>
          </a:bodyPr>
          <a:lstStyle xmlns:a="http://schemas.openxmlformats.org/drawingml/2006/main"/>
          <a:p xmlns:a="http://schemas.openxmlformats.org/drawingml/2006/main">
            <a:pPr algn="ctr" eaLnBrk="0" latinLnBrk="0">
              <a:lnSpc>
                <a:spcPct val="116000"/>
              </a:lnSpc>
              <a:buNone/>
              <a:defRPr sz="1425" b="0" lang="ko-KR">
                <a:solidFill>
                  <a:srgbClr val="24292F"/>
                </a:solidFill>
                <a:latin typeface="맑은 고딕"/>
                <a:ea typeface="맑은 고딕"/>
                <a:cs typeface="맑은 고딕"/>
              </a:defRPr>
            </a:pPr>
            <a:r>
              <a:rPr sz="1425" b="0" lang="ko-KR">
                <a:solidFill>
                  <a:srgbClr val="24292F"/>
                </a:solidFill>
                <a:latin typeface="맑은 고딕"/>
                <a:ea typeface="맑은 고딕"/>
                <a:cs typeface="맑은 고딕"/>
              </a:rPr>
              <a:t>주간 달력과 일정 수정</a:t>
            </a:r>
          </a:p>
        </p:txBody>
      </p:sp>
      <p:sp>
        <p:nvSpPr>
          <p:cNvPr id="179" name="">
            <a:extLst xmlns:a="http://schemas.openxmlformats.org/drawingml/2006/main">
              <a:ext uri="{FF2B5EF4-FFF2-40B4-BE49-F238E27FC236}">
                <a16:creationId xmlns:a16="http://schemas.microsoft.com/office/drawing/2014/main" id="{B19FEDF1-75B6-4EB5-9917-BE0292151272}"/>
              </a:ext>
            </a:extLst>
          </p:cNvPr>
          <p:cNvSpPr>
            <a:spLocks xmlns:a="http://schemas.openxmlformats.org/drawingml/2006/main" noGrp="1"/>
          </p:cNvSpPr>
          <p:nvPr/>
        </p:nvSpPr>
        <p:spPr>
          <a:xfrm xmlns:a="http://schemas.openxmlformats.org/drawingml/2006/main">
            <a:off x="3443288" y="4329113"/>
            <a:ext cx="9525" cy="9525"/>
          </a:xfrm>
          <a:prstGeom xmlns:a="http://schemas.openxmlformats.org/drawingml/2006/main" prst="rect">
            <a:avLst/>
          </a:prstGeom>
          <a:noFill xmlns:a="http://schemas.openxmlformats.org/drawingml/2006/main"/>
          <a:ln xmlns:a="http://schemas.openxmlformats.org/drawingml/2006/main" w="0">
            <a:noFill/>
          </a:ln>
        </p:spPr>
      </p:sp>
      <p:sp>
        <p:nvSpPr>
          <p:cNvPr id="180" name="">
            <a:extLst xmlns:a="http://schemas.openxmlformats.org/drawingml/2006/main">
              <a:ext uri="{FF2B5EF4-FFF2-40B4-BE49-F238E27FC236}">
                <a16:creationId xmlns:a16="http://schemas.microsoft.com/office/drawing/2014/main" id="{F97142D8-8606-4185-A988-1295A258BAB4}"/>
              </a:ext>
            </a:extLst>
          </p:cNvPr>
          <p:cNvSpPr>
            <a:spLocks xmlns:a="http://schemas.openxmlformats.org/drawingml/2006/main" noGrp="1"/>
          </p:cNvSpPr>
          <p:nvPr/>
        </p:nvSpPr>
        <p:spPr>
          <a:xfrm xmlns:a="http://schemas.openxmlformats.org/drawingml/2006/main">
            <a:off x="3633788" y="4329113"/>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399" name=""/>
          <p:cNvCxnSpPr>
            <a:stCxn xmlns:a="http://schemas.openxmlformats.org/drawingml/2006/main" id="179" idx="3"/>
            <a:endCxn xmlns:a="http://schemas.openxmlformats.org/drawingml/2006/main" id="180" idx="1"/>
          </p:cNvCxnSpPr>
          <p:nvPr/>
        </p:nvCxnSpPr>
        <p:spPr>
          <a:xfrm xmlns:a="http://schemas.openxmlformats.org/drawingml/2006/main">
            <a:off x="3452813" y="4333876"/>
            <a:ext cx="180975" cy="0"/>
          </a:xfrm>
          <a:prstGeom xmlns:a="http://schemas.openxmlformats.org/drawingml/2006/main" prst="straightConnector1">
            <a:avLst/>
          </a:prstGeom>
          <a:ln xmlns:a="http://schemas.openxmlformats.org/drawingml/2006/main" w="12859">
            <a:solidFill>
              <a:srgbClr val="3B5AA8"/>
            </a:solidFill>
          </a:ln>
        </p:spPr>
      </p:cxnSp>
      <p:sp>
        <p:nvSpPr>
          <p:cNvPr id="182" name="">
            <a:extLst xmlns:a="http://schemas.openxmlformats.org/drawingml/2006/main">
              <a:ext uri="{FF2B5EF4-FFF2-40B4-BE49-F238E27FC236}">
                <a16:creationId xmlns:a16="http://schemas.microsoft.com/office/drawing/2014/main" id="{83D9B100-680E-49F6-9DC4-71758E6B3148}"/>
              </a:ext>
            </a:extLst>
          </p:cNvPr>
          <p:cNvSpPr>
            <a:spLocks xmlns:a="http://schemas.openxmlformats.org/drawingml/2006/main" noGrp="1"/>
          </p:cNvSpPr>
          <p:nvPr/>
        </p:nvSpPr>
        <p:spPr>
          <a:xfrm xmlns:a="http://schemas.openxmlformats.org/drawingml/2006/main">
            <a:off x="3638550" y="4133850"/>
            <a:ext cx="2171700" cy="400050"/>
          </a:xfrm>
          <a:prstGeom xmlns:a="http://schemas.openxmlformats.org/drawingml/2006/main" prst="rect">
            <a:avLst/>
          </a:prstGeom>
          <a:solidFill xmlns:a="http://schemas.openxmlformats.org/drawingml/2006/main">
            <a:srgbClr val="FFFFFF"/>
          </a:solidFill>
          <a:ln xmlns:a="http://schemas.openxmlformats.org/drawingml/2006/main" w="9525">
            <a:solidFill>
              <a:srgbClr val="3B5AA8"/>
            </a:solidFill>
          </a:ln>
        </p:spPr>
        <p:txBody>
          <a:bodyPr xmlns:a="http://schemas.openxmlformats.org/drawingml/2006/main" wrap="square" lIns="76200" tIns="47625" rIns="76200" bIns="47625" anchor="ctr">
            <a:noAutofit/>
          </a:bodyPr>
          <a:lstStyle xmlns:a="http://schemas.openxmlformats.org/drawingml/2006/main"/>
          <a:p xmlns:a="http://schemas.openxmlformats.org/drawingml/2006/main">
            <a:pPr algn="ctr" eaLnBrk="0" latinLnBrk="0">
              <a:lnSpc>
                <a:spcPct val="116000"/>
              </a:lnSpc>
              <a:buNone/>
              <a:defRPr sz="1425" b="0" lang="ko-KR">
                <a:solidFill>
                  <a:srgbClr val="24292F"/>
                </a:solidFill>
                <a:latin typeface="맑은 고딕"/>
                <a:ea typeface="맑은 고딕"/>
                <a:cs typeface="맑은 고딕"/>
              </a:defRPr>
            </a:pPr>
            <a:r>
              <a:rPr sz="1425" b="0" lang="ko-KR">
                <a:solidFill>
                  <a:srgbClr val="24292F"/>
                </a:solidFill>
                <a:latin typeface="맑은 고딕"/>
                <a:ea typeface="맑은 고딕"/>
                <a:cs typeface="맑은 고딕"/>
              </a:rPr>
              <a:t>주간 리뷰와 습관 조정</a:t>
            </a:r>
          </a:p>
        </p:txBody>
      </p:sp>
      <p:sp>
        <p:nvSpPr>
          <p:cNvPr id="183" name="">
            <a:extLst xmlns:a="http://schemas.openxmlformats.org/drawingml/2006/main">
              <a:ext uri="{FF2B5EF4-FFF2-40B4-BE49-F238E27FC236}">
                <a16:creationId xmlns:a16="http://schemas.microsoft.com/office/drawing/2014/main" id="{F36A2544-8891-4EA7-9951-7841CE1E5A5C}"/>
              </a:ext>
            </a:extLst>
          </p:cNvPr>
          <p:cNvSpPr>
            <a:spLocks xmlns:a="http://schemas.openxmlformats.org/drawingml/2006/main" noGrp="1"/>
          </p:cNvSpPr>
          <p:nvPr/>
        </p:nvSpPr>
        <p:spPr>
          <a:xfrm xmlns:a="http://schemas.openxmlformats.org/drawingml/2006/main">
            <a:off x="7481888" y="3214688"/>
            <a:ext cx="9525" cy="9525"/>
          </a:xfrm>
          <a:prstGeom xmlns:a="http://schemas.openxmlformats.org/drawingml/2006/main" prst="rect">
            <a:avLst/>
          </a:prstGeom>
          <a:noFill xmlns:a="http://schemas.openxmlformats.org/drawingml/2006/main"/>
          <a:ln xmlns:a="http://schemas.openxmlformats.org/drawingml/2006/main" w="0">
            <a:noFill/>
          </a:ln>
        </p:spPr>
      </p:sp>
      <p:sp>
        <p:nvSpPr>
          <p:cNvPr id="184" name="">
            <a:extLst xmlns:a="http://schemas.openxmlformats.org/drawingml/2006/main">
              <a:ext uri="{FF2B5EF4-FFF2-40B4-BE49-F238E27FC236}">
                <a16:creationId xmlns:a16="http://schemas.microsoft.com/office/drawing/2014/main" id="{C3F63552-9226-441D-84EE-33C23912E95B}"/>
              </a:ext>
            </a:extLst>
          </p:cNvPr>
          <p:cNvSpPr>
            <a:spLocks xmlns:a="http://schemas.openxmlformats.org/drawingml/2006/main" noGrp="1"/>
          </p:cNvSpPr>
          <p:nvPr/>
        </p:nvSpPr>
        <p:spPr>
          <a:xfrm xmlns:a="http://schemas.openxmlformats.org/drawingml/2006/main">
            <a:off x="7481888" y="3376613"/>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403" name=""/>
          <p:cNvCxnSpPr>
            <a:stCxn xmlns:a="http://schemas.openxmlformats.org/drawingml/2006/main" id="183" idx="2"/>
            <a:endCxn xmlns:a="http://schemas.openxmlformats.org/drawingml/2006/main" id="184" idx="0"/>
          </p:cNvCxnSpPr>
          <p:nvPr/>
        </p:nvCxnSpPr>
        <p:spPr>
          <a:xfrm xmlns:a="http://schemas.openxmlformats.org/drawingml/2006/main">
            <a:off x="7486651" y="3224213"/>
            <a:ext cx="0" cy="152400"/>
          </a:xfrm>
          <a:prstGeom xmlns:a="http://schemas.openxmlformats.org/drawingml/2006/main" prst="straightConnector1">
            <a:avLst/>
          </a:prstGeom>
          <a:ln xmlns:a="http://schemas.openxmlformats.org/drawingml/2006/main" w="12859">
            <a:solidFill>
              <a:srgbClr val="3B5AA8"/>
            </a:solidFill>
          </a:ln>
        </p:spPr>
      </p:cxnSp>
      <p:sp>
        <p:nvSpPr>
          <p:cNvPr id="186" name="">
            <a:extLst xmlns:a="http://schemas.openxmlformats.org/drawingml/2006/main">
              <a:ext uri="{FF2B5EF4-FFF2-40B4-BE49-F238E27FC236}">
                <a16:creationId xmlns:a16="http://schemas.microsoft.com/office/drawing/2014/main" id="{A26545AC-F05E-478B-AB26-7819CE4C80EB}"/>
              </a:ext>
            </a:extLst>
          </p:cNvPr>
          <p:cNvSpPr>
            <a:spLocks xmlns:a="http://schemas.openxmlformats.org/drawingml/2006/main" noGrp="1"/>
          </p:cNvSpPr>
          <p:nvPr/>
        </p:nvSpPr>
        <p:spPr>
          <a:xfrm xmlns:a="http://schemas.openxmlformats.org/drawingml/2006/main">
            <a:off x="6357938" y="3376613"/>
            <a:ext cx="9525" cy="9525"/>
          </a:xfrm>
          <a:prstGeom xmlns:a="http://schemas.openxmlformats.org/drawingml/2006/main" prst="rect">
            <a:avLst/>
          </a:prstGeom>
          <a:noFill xmlns:a="http://schemas.openxmlformats.org/drawingml/2006/main"/>
          <a:ln xmlns:a="http://schemas.openxmlformats.org/drawingml/2006/main" w="0">
            <a:noFill/>
          </a:ln>
        </p:spPr>
      </p:sp>
      <p:sp>
        <p:nvSpPr>
          <p:cNvPr id="187" name="">
            <a:extLst xmlns:a="http://schemas.openxmlformats.org/drawingml/2006/main">
              <a:ext uri="{FF2B5EF4-FFF2-40B4-BE49-F238E27FC236}">
                <a16:creationId xmlns:a16="http://schemas.microsoft.com/office/drawing/2014/main" id="{F6820826-E7B9-40ED-84E3-5CE6F0DC2834}"/>
              </a:ext>
            </a:extLst>
          </p:cNvPr>
          <p:cNvSpPr>
            <a:spLocks xmlns:a="http://schemas.openxmlformats.org/drawingml/2006/main" noGrp="1"/>
          </p:cNvSpPr>
          <p:nvPr/>
        </p:nvSpPr>
        <p:spPr>
          <a:xfrm xmlns:a="http://schemas.openxmlformats.org/drawingml/2006/main">
            <a:off x="7481888" y="3376613"/>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406" name=""/>
          <p:cNvCxnSpPr>
            <a:stCxn xmlns:a="http://schemas.openxmlformats.org/drawingml/2006/main" id="186" idx="3"/>
            <a:endCxn xmlns:a="http://schemas.openxmlformats.org/drawingml/2006/main" id="187" idx="1"/>
          </p:cNvCxnSpPr>
          <p:nvPr/>
        </p:nvCxnSpPr>
        <p:spPr>
          <a:xfrm xmlns:a="http://schemas.openxmlformats.org/drawingml/2006/main">
            <a:off x="6367463" y="3381376"/>
            <a:ext cx="1114425" cy="0"/>
          </a:xfrm>
          <a:prstGeom xmlns:a="http://schemas.openxmlformats.org/drawingml/2006/main" prst="straightConnector1">
            <a:avLst/>
          </a:prstGeom>
          <a:ln xmlns:a="http://schemas.openxmlformats.org/drawingml/2006/main" w="12859">
            <a:solidFill>
              <a:srgbClr val="3B5AA8"/>
            </a:solidFill>
          </a:ln>
        </p:spPr>
      </p:cxnSp>
      <p:sp>
        <p:nvSpPr>
          <p:cNvPr id="189" name="">
            <a:extLst xmlns:a="http://schemas.openxmlformats.org/drawingml/2006/main">
              <a:ext uri="{FF2B5EF4-FFF2-40B4-BE49-F238E27FC236}">
                <a16:creationId xmlns:a16="http://schemas.microsoft.com/office/drawing/2014/main" id="{B434660A-C7E9-492D-A5F8-CA6F68DB0B51}"/>
              </a:ext>
            </a:extLst>
          </p:cNvPr>
          <p:cNvSpPr>
            <a:spLocks xmlns:a="http://schemas.openxmlformats.org/drawingml/2006/main" noGrp="1"/>
          </p:cNvSpPr>
          <p:nvPr/>
        </p:nvSpPr>
        <p:spPr>
          <a:xfrm xmlns:a="http://schemas.openxmlformats.org/drawingml/2006/main">
            <a:off x="6357938" y="3376613"/>
            <a:ext cx="9525" cy="9525"/>
          </a:xfrm>
          <a:prstGeom xmlns:a="http://schemas.openxmlformats.org/drawingml/2006/main" prst="rect">
            <a:avLst/>
          </a:prstGeom>
          <a:noFill xmlns:a="http://schemas.openxmlformats.org/drawingml/2006/main"/>
          <a:ln xmlns:a="http://schemas.openxmlformats.org/drawingml/2006/main" w="0">
            <a:noFill/>
          </a:ln>
        </p:spPr>
      </p:sp>
      <p:sp>
        <p:nvSpPr>
          <p:cNvPr id="190" name="">
            <a:extLst xmlns:a="http://schemas.openxmlformats.org/drawingml/2006/main">
              <a:ext uri="{FF2B5EF4-FFF2-40B4-BE49-F238E27FC236}">
                <a16:creationId xmlns:a16="http://schemas.microsoft.com/office/drawing/2014/main" id="{989A4DE6-A8DE-421F-B0D4-70FC18FDC7BC}"/>
              </a:ext>
            </a:extLst>
          </p:cNvPr>
          <p:cNvSpPr>
            <a:spLocks xmlns:a="http://schemas.openxmlformats.org/drawingml/2006/main" noGrp="1"/>
          </p:cNvSpPr>
          <p:nvPr/>
        </p:nvSpPr>
        <p:spPr>
          <a:xfrm xmlns:a="http://schemas.openxmlformats.org/drawingml/2006/main">
            <a:off x="6357938" y="4329113"/>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409" name=""/>
          <p:cNvCxnSpPr>
            <a:stCxn xmlns:a="http://schemas.openxmlformats.org/drawingml/2006/main" id="189" idx="2"/>
            <a:endCxn xmlns:a="http://schemas.openxmlformats.org/drawingml/2006/main" id="190" idx="0"/>
          </p:cNvCxnSpPr>
          <p:nvPr/>
        </p:nvCxnSpPr>
        <p:spPr>
          <a:xfrm xmlns:a="http://schemas.openxmlformats.org/drawingml/2006/main">
            <a:off x="6362701" y="3386138"/>
            <a:ext cx="0" cy="942975"/>
          </a:xfrm>
          <a:prstGeom xmlns:a="http://schemas.openxmlformats.org/drawingml/2006/main" prst="straightConnector1">
            <a:avLst/>
          </a:prstGeom>
          <a:ln xmlns:a="http://schemas.openxmlformats.org/drawingml/2006/main" w="12859">
            <a:solidFill>
              <a:srgbClr val="3B5AA8"/>
            </a:solidFill>
          </a:ln>
        </p:spPr>
      </p:cxnSp>
      <p:sp>
        <p:nvSpPr>
          <p:cNvPr id="192" name="">
            <a:extLst xmlns:a="http://schemas.openxmlformats.org/drawingml/2006/main">
              <a:ext uri="{FF2B5EF4-FFF2-40B4-BE49-F238E27FC236}">
                <a16:creationId xmlns:a16="http://schemas.microsoft.com/office/drawing/2014/main" id="{514F9CFC-9C3C-4F5E-AC01-205F6D007E8C}"/>
              </a:ext>
            </a:extLst>
          </p:cNvPr>
          <p:cNvSpPr>
            <a:spLocks xmlns:a="http://schemas.openxmlformats.org/drawingml/2006/main" noGrp="1"/>
          </p:cNvSpPr>
          <p:nvPr/>
        </p:nvSpPr>
        <p:spPr>
          <a:xfrm xmlns:a="http://schemas.openxmlformats.org/drawingml/2006/main">
            <a:off x="6357938" y="3805238"/>
            <a:ext cx="9525" cy="9525"/>
          </a:xfrm>
          <a:prstGeom xmlns:a="http://schemas.openxmlformats.org/drawingml/2006/main" prst="rect">
            <a:avLst/>
          </a:prstGeom>
          <a:noFill xmlns:a="http://schemas.openxmlformats.org/drawingml/2006/main"/>
          <a:ln xmlns:a="http://schemas.openxmlformats.org/drawingml/2006/main" w="0">
            <a:noFill/>
          </a:ln>
        </p:spPr>
      </p:sp>
      <p:sp>
        <p:nvSpPr>
          <p:cNvPr id="193" name="">
            <a:extLst xmlns:a="http://schemas.openxmlformats.org/drawingml/2006/main">
              <a:ext uri="{FF2B5EF4-FFF2-40B4-BE49-F238E27FC236}">
                <a16:creationId xmlns:a16="http://schemas.microsoft.com/office/drawing/2014/main" id="{9D2590DA-6235-4FBB-9DCB-E0214CAA7399}"/>
              </a:ext>
            </a:extLst>
          </p:cNvPr>
          <p:cNvSpPr>
            <a:spLocks xmlns:a="http://schemas.openxmlformats.org/drawingml/2006/main" noGrp="1"/>
          </p:cNvSpPr>
          <p:nvPr/>
        </p:nvSpPr>
        <p:spPr>
          <a:xfrm xmlns:a="http://schemas.openxmlformats.org/drawingml/2006/main">
            <a:off x="6548438" y="3805238"/>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412" name=""/>
          <p:cNvCxnSpPr>
            <a:stCxn xmlns:a="http://schemas.openxmlformats.org/drawingml/2006/main" id="192" idx="3"/>
            <a:endCxn xmlns:a="http://schemas.openxmlformats.org/drawingml/2006/main" id="193" idx="1"/>
          </p:cNvCxnSpPr>
          <p:nvPr/>
        </p:nvCxnSpPr>
        <p:spPr>
          <a:xfrm xmlns:a="http://schemas.openxmlformats.org/drawingml/2006/main">
            <a:off x="6367463" y="3810001"/>
            <a:ext cx="180975" cy="0"/>
          </a:xfrm>
          <a:prstGeom xmlns:a="http://schemas.openxmlformats.org/drawingml/2006/main" prst="straightConnector1">
            <a:avLst/>
          </a:prstGeom>
          <a:ln xmlns:a="http://schemas.openxmlformats.org/drawingml/2006/main" w="12859">
            <a:solidFill>
              <a:srgbClr val="3B5AA8"/>
            </a:solidFill>
          </a:ln>
        </p:spPr>
      </p:cxnSp>
      <p:sp>
        <p:nvSpPr>
          <p:cNvPr id="195" name="">
            <a:extLst xmlns:a="http://schemas.openxmlformats.org/drawingml/2006/main">
              <a:ext uri="{FF2B5EF4-FFF2-40B4-BE49-F238E27FC236}">
                <a16:creationId xmlns:a16="http://schemas.microsoft.com/office/drawing/2014/main" id="{908E59C0-6925-411A-B555-C11485A316BB}"/>
              </a:ext>
            </a:extLst>
          </p:cNvPr>
          <p:cNvSpPr>
            <a:spLocks xmlns:a="http://schemas.openxmlformats.org/drawingml/2006/main" noGrp="1"/>
          </p:cNvSpPr>
          <p:nvPr/>
        </p:nvSpPr>
        <p:spPr>
          <a:xfrm xmlns:a="http://schemas.openxmlformats.org/drawingml/2006/main">
            <a:off x="6553200" y="3609975"/>
            <a:ext cx="2171700" cy="400050"/>
          </a:xfrm>
          <a:prstGeom xmlns:a="http://schemas.openxmlformats.org/drawingml/2006/main" prst="rect">
            <a:avLst/>
          </a:prstGeom>
          <a:solidFill xmlns:a="http://schemas.openxmlformats.org/drawingml/2006/main">
            <a:srgbClr val="FFFFFF"/>
          </a:solidFill>
          <a:ln xmlns:a="http://schemas.openxmlformats.org/drawingml/2006/main" w="9525">
            <a:solidFill>
              <a:srgbClr val="3B5AA8"/>
            </a:solidFill>
          </a:ln>
        </p:spPr>
        <p:txBody>
          <a:bodyPr xmlns:a="http://schemas.openxmlformats.org/drawingml/2006/main" wrap="square" lIns="76200" tIns="47625" rIns="76200" bIns="47625" anchor="ctr">
            <a:noAutofit/>
          </a:bodyPr>
          <a:lstStyle xmlns:a="http://schemas.openxmlformats.org/drawingml/2006/main"/>
          <a:p xmlns:a="http://schemas.openxmlformats.org/drawingml/2006/main">
            <a:pPr algn="ctr" eaLnBrk="0" latinLnBrk="0">
              <a:lnSpc>
                <a:spcPct val="116000"/>
              </a:lnSpc>
              <a:buNone/>
              <a:defRPr sz="1425" b="0" lang="ko-KR">
                <a:solidFill>
                  <a:srgbClr val="5B6570"/>
                </a:solidFill>
                <a:latin typeface="맑은 고딕"/>
                <a:ea typeface="맑은 고딕"/>
                <a:cs typeface="맑은 고딕"/>
              </a:defRPr>
            </a:pPr>
            <a:r>
              <a:rPr sz="1425" b="0" lang="ko-KR">
                <a:solidFill>
                  <a:srgbClr val="5B6570"/>
                </a:solidFill>
                <a:latin typeface="맑은 고딕"/>
                <a:ea typeface="맑은 고딕"/>
                <a:cs typeface="맑은 고딕"/>
              </a:rPr>
              <a:t>기록과 자료 상세</a:t>
            </a:r>
          </a:p>
        </p:txBody>
      </p:sp>
      <p:sp>
        <p:nvSpPr>
          <p:cNvPr id="196" name="">
            <a:extLst xmlns:a="http://schemas.openxmlformats.org/drawingml/2006/main">
              <a:ext uri="{FF2B5EF4-FFF2-40B4-BE49-F238E27FC236}">
                <a16:creationId xmlns:a16="http://schemas.microsoft.com/office/drawing/2014/main" id="{3B4702BE-890E-413E-9294-0167A0B33990}"/>
              </a:ext>
            </a:extLst>
          </p:cNvPr>
          <p:cNvSpPr>
            <a:spLocks xmlns:a="http://schemas.openxmlformats.org/drawingml/2006/main" noGrp="1"/>
          </p:cNvSpPr>
          <p:nvPr/>
        </p:nvSpPr>
        <p:spPr>
          <a:xfrm xmlns:a="http://schemas.openxmlformats.org/drawingml/2006/main">
            <a:off x="6357938" y="4329113"/>
            <a:ext cx="9525" cy="9525"/>
          </a:xfrm>
          <a:prstGeom xmlns:a="http://schemas.openxmlformats.org/drawingml/2006/main" prst="rect">
            <a:avLst/>
          </a:prstGeom>
          <a:noFill xmlns:a="http://schemas.openxmlformats.org/drawingml/2006/main"/>
          <a:ln xmlns:a="http://schemas.openxmlformats.org/drawingml/2006/main" w="0">
            <a:noFill/>
          </a:ln>
        </p:spPr>
      </p:sp>
      <p:sp>
        <p:nvSpPr>
          <p:cNvPr id="197" name="">
            <a:extLst xmlns:a="http://schemas.openxmlformats.org/drawingml/2006/main">
              <a:ext uri="{FF2B5EF4-FFF2-40B4-BE49-F238E27FC236}">
                <a16:creationId xmlns:a16="http://schemas.microsoft.com/office/drawing/2014/main" id="{B23C978D-D828-4135-A9B8-AB973D94FC7A}"/>
              </a:ext>
            </a:extLst>
          </p:cNvPr>
          <p:cNvSpPr>
            <a:spLocks xmlns:a="http://schemas.openxmlformats.org/drawingml/2006/main" noGrp="1"/>
          </p:cNvSpPr>
          <p:nvPr/>
        </p:nvSpPr>
        <p:spPr>
          <a:xfrm xmlns:a="http://schemas.openxmlformats.org/drawingml/2006/main">
            <a:off x="6548438" y="4329113"/>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416" name=""/>
          <p:cNvCxnSpPr>
            <a:stCxn xmlns:a="http://schemas.openxmlformats.org/drawingml/2006/main" id="196" idx="3"/>
            <a:endCxn xmlns:a="http://schemas.openxmlformats.org/drawingml/2006/main" id="197" idx="1"/>
          </p:cNvCxnSpPr>
          <p:nvPr/>
        </p:nvCxnSpPr>
        <p:spPr>
          <a:xfrm xmlns:a="http://schemas.openxmlformats.org/drawingml/2006/main">
            <a:off x="6367463" y="4333876"/>
            <a:ext cx="180975" cy="0"/>
          </a:xfrm>
          <a:prstGeom xmlns:a="http://schemas.openxmlformats.org/drawingml/2006/main" prst="straightConnector1">
            <a:avLst/>
          </a:prstGeom>
          <a:ln xmlns:a="http://schemas.openxmlformats.org/drawingml/2006/main" w="12859">
            <a:solidFill>
              <a:srgbClr val="3B5AA8"/>
            </a:solidFill>
          </a:ln>
        </p:spPr>
      </p:cxnSp>
      <p:sp>
        <p:nvSpPr>
          <p:cNvPr id="199" name="">
            <a:extLst xmlns:a="http://schemas.openxmlformats.org/drawingml/2006/main">
              <a:ext uri="{FF2B5EF4-FFF2-40B4-BE49-F238E27FC236}">
                <a16:creationId xmlns:a16="http://schemas.microsoft.com/office/drawing/2014/main" id="{10A2B345-6305-446C-9405-F10FA5594403}"/>
              </a:ext>
            </a:extLst>
          </p:cNvPr>
          <p:cNvSpPr>
            <a:spLocks xmlns:a="http://schemas.openxmlformats.org/drawingml/2006/main" noGrp="1"/>
          </p:cNvSpPr>
          <p:nvPr/>
        </p:nvSpPr>
        <p:spPr>
          <a:xfrm xmlns:a="http://schemas.openxmlformats.org/drawingml/2006/main">
            <a:off x="6553200" y="4133850"/>
            <a:ext cx="2171700" cy="400050"/>
          </a:xfrm>
          <a:prstGeom xmlns:a="http://schemas.openxmlformats.org/drawingml/2006/main" prst="rect">
            <a:avLst/>
          </a:prstGeom>
          <a:solidFill xmlns:a="http://schemas.openxmlformats.org/drawingml/2006/main">
            <a:srgbClr val="FFFFFF"/>
          </a:solidFill>
          <a:ln xmlns:a="http://schemas.openxmlformats.org/drawingml/2006/main" w="9525">
            <a:solidFill>
              <a:srgbClr val="3B5AA8"/>
            </a:solidFill>
          </a:ln>
        </p:spPr>
        <p:txBody>
          <a:bodyPr xmlns:a="http://schemas.openxmlformats.org/drawingml/2006/main" wrap="square" lIns="76200" tIns="47625" rIns="76200" bIns="47625" anchor="ctr">
            <a:noAutofit/>
          </a:bodyPr>
          <a:lstStyle xmlns:a="http://schemas.openxmlformats.org/drawingml/2006/main"/>
          <a:p xmlns:a="http://schemas.openxmlformats.org/drawingml/2006/main">
            <a:pPr algn="ctr" eaLnBrk="0" latinLnBrk="0">
              <a:lnSpc>
                <a:spcPct val="116000"/>
              </a:lnSpc>
              <a:buNone/>
              <a:defRPr sz="1425" b="0" lang="ko-KR">
                <a:solidFill>
                  <a:srgbClr val="5B6570"/>
                </a:solidFill>
                <a:latin typeface="맑은 고딕"/>
                <a:ea typeface="맑은 고딕"/>
                <a:cs typeface="맑은 고딕"/>
              </a:defRPr>
            </a:pPr>
            <a:r>
              <a:rPr sz="1425" b="0" lang="ko-KR">
                <a:solidFill>
                  <a:srgbClr val="5B6570"/>
                </a:solidFill>
                <a:latin typeface="맑은 고딕"/>
                <a:ea typeface="맑은 고딕"/>
                <a:cs typeface="맑은 고딕"/>
              </a:rPr>
              <a:t>목표와 할 일 전환</a:t>
            </a:r>
          </a:p>
        </p:txBody>
      </p:sp>
      <p:sp>
        <p:nvSpPr>
          <p:cNvPr id="200" name="">
            <a:extLst xmlns:a="http://schemas.openxmlformats.org/drawingml/2006/main">
              <a:ext uri="{FF2B5EF4-FFF2-40B4-BE49-F238E27FC236}">
                <a16:creationId xmlns:a16="http://schemas.microsoft.com/office/drawing/2014/main" id="{CC15D4F8-232A-4EE6-943E-E982ACD0C111}"/>
              </a:ext>
            </a:extLst>
          </p:cNvPr>
          <p:cNvSpPr>
            <a:spLocks xmlns:a="http://schemas.openxmlformats.org/drawingml/2006/main" noGrp="1"/>
          </p:cNvSpPr>
          <p:nvPr/>
        </p:nvSpPr>
        <p:spPr>
          <a:xfrm xmlns:a="http://schemas.openxmlformats.org/drawingml/2006/main">
            <a:off x="2890838" y="5376863"/>
            <a:ext cx="9525" cy="9525"/>
          </a:xfrm>
          <a:prstGeom xmlns:a="http://schemas.openxmlformats.org/drawingml/2006/main" prst="rect">
            <a:avLst/>
          </a:prstGeom>
          <a:noFill xmlns:a="http://schemas.openxmlformats.org/drawingml/2006/main"/>
          <a:ln xmlns:a="http://schemas.openxmlformats.org/drawingml/2006/main" w="0">
            <a:noFill/>
          </a:ln>
        </p:spPr>
      </p:sp>
      <p:sp>
        <p:nvSpPr>
          <p:cNvPr id="201" name="">
            <a:extLst xmlns:a="http://schemas.openxmlformats.org/drawingml/2006/main">
              <a:ext uri="{FF2B5EF4-FFF2-40B4-BE49-F238E27FC236}">
                <a16:creationId xmlns:a16="http://schemas.microsoft.com/office/drawing/2014/main" id="{7338A9B3-98F6-4C05-B262-3D27B91D7530}"/>
              </a:ext>
            </a:extLst>
          </p:cNvPr>
          <p:cNvSpPr>
            <a:spLocks xmlns:a="http://schemas.openxmlformats.org/drawingml/2006/main" noGrp="1"/>
          </p:cNvSpPr>
          <p:nvPr/>
        </p:nvSpPr>
        <p:spPr>
          <a:xfrm xmlns:a="http://schemas.openxmlformats.org/drawingml/2006/main">
            <a:off x="3167063" y="5376863"/>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420" name=""/>
          <p:cNvCxnSpPr>
            <a:stCxn xmlns:a="http://schemas.openxmlformats.org/drawingml/2006/main" id="200" idx="3"/>
            <a:endCxn xmlns:a="http://schemas.openxmlformats.org/drawingml/2006/main" id="201" idx="1"/>
          </p:cNvCxnSpPr>
          <p:nvPr/>
        </p:nvCxnSpPr>
        <p:spPr>
          <a:xfrm xmlns:a="http://schemas.openxmlformats.org/drawingml/2006/main">
            <a:off x="2900363" y="5381626"/>
            <a:ext cx="266700" cy="0"/>
          </a:xfrm>
          <a:prstGeom xmlns:a="http://schemas.openxmlformats.org/drawingml/2006/main" prst="straightConnector1">
            <a:avLst/>
          </a:prstGeom>
          <a:ln xmlns:a="http://schemas.openxmlformats.org/drawingml/2006/main" w="12859">
            <a:solidFill>
              <a:srgbClr val="3B5AA8"/>
            </a:solidFill>
          </a:ln>
        </p:spPr>
      </p:cxnSp>
      <p:sp>
        <p:nvSpPr>
          <p:cNvPr id="203" name="">
            <a:extLst xmlns:a="http://schemas.openxmlformats.org/drawingml/2006/main">
              <a:ext uri="{FF2B5EF4-FFF2-40B4-BE49-F238E27FC236}">
                <a16:creationId xmlns:a16="http://schemas.microsoft.com/office/drawing/2014/main" id="{98F20C1A-1080-4C39-AF7E-1F2E105D4C87}"/>
              </a:ext>
            </a:extLst>
          </p:cNvPr>
          <p:cNvSpPr>
            <a:spLocks xmlns:a="http://schemas.openxmlformats.org/drawingml/2006/main" noGrp="1"/>
          </p:cNvSpPr>
          <p:nvPr/>
        </p:nvSpPr>
        <p:spPr>
          <a:xfrm xmlns:a="http://schemas.openxmlformats.org/drawingml/2006/main">
            <a:off x="3167063" y="5376863"/>
            <a:ext cx="9525" cy="9525"/>
          </a:xfrm>
          <a:prstGeom xmlns:a="http://schemas.openxmlformats.org/drawingml/2006/main" prst="rect">
            <a:avLst/>
          </a:prstGeom>
          <a:noFill xmlns:a="http://schemas.openxmlformats.org/drawingml/2006/main"/>
          <a:ln xmlns:a="http://schemas.openxmlformats.org/drawingml/2006/main" w="0">
            <a:noFill/>
          </a:ln>
        </p:spPr>
      </p:sp>
      <p:sp>
        <p:nvSpPr>
          <p:cNvPr id="204" name="">
            <a:extLst xmlns:a="http://schemas.openxmlformats.org/drawingml/2006/main">
              <a:ext uri="{FF2B5EF4-FFF2-40B4-BE49-F238E27FC236}">
                <a16:creationId xmlns:a16="http://schemas.microsoft.com/office/drawing/2014/main" id="{D0A8DF23-C261-470F-ACE4-91782E2285AE}"/>
              </a:ext>
            </a:extLst>
          </p:cNvPr>
          <p:cNvSpPr>
            <a:spLocks xmlns:a="http://schemas.openxmlformats.org/drawingml/2006/main" noGrp="1"/>
          </p:cNvSpPr>
          <p:nvPr/>
        </p:nvSpPr>
        <p:spPr>
          <a:xfrm xmlns:a="http://schemas.openxmlformats.org/drawingml/2006/main">
            <a:off x="3167063" y="5929313"/>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423" name=""/>
          <p:cNvCxnSpPr>
            <a:stCxn xmlns:a="http://schemas.openxmlformats.org/drawingml/2006/main" id="203" idx="2"/>
            <a:endCxn xmlns:a="http://schemas.openxmlformats.org/drawingml/2006/main" id="204" idx="0"/>
          </p:cNvCxnSpPr>
          <p:nvPr/>
        </p:nvCxnSpPr>
        <p:spPr>
          <a:xfrm xmlns:a="http://schemas.openxmlformats.org/drawingml/2006/main">
            <a:off x="3171826" y="5386388"/>
            <a:ext cx="0" cy="542925"/>
          </a:xfrm>
          <a:prstGeom xmlns:a="http://schemas.openxmlformats.org/drawingml/2006/main" prst="straightConnector1">
            <a:avLst/>
          </a:prstGeom>
          <a:ln xmlns:a="http://schemas.openxmlformats.org/drawingml/2006/main" w="12859">
            <a:solidFill>
              <a:srgbClr val="3B5AA8"/>
            </a:solidFill>
          </a:ln>
        </p:spPr>
      </p:cxnSp>
      <p:sp>
        <p:nvSpPr>
          <p:cNvPr id="206" name="">
            <a:extLst xmlns:a="http://schemas.openxmlformats.org/drawingml/2006/main">
              <a:ext uri="{FF2B5EF4-FFF2-40B4-BE49-F238E27FC236}">
                <a16:creationId xmlns:a16="http://schemas.microsoft.com/office/drawing/2014/main" id="{3A07FE5F-2AD3-47A9-B1CC-3D3565E24636}"/>
              </a:ext>
            </a:extLst>
          </p:cNvPr>
          <p:cNvSpPr>
            <a:spLocks xmlns:a="http://schemas.openxmlformats.org/drawingml/2006/main" noGrp="1"/>
          </p:cNvSpPr>
          <p:nvPr/>
        </p:nvSpPr>
        <p:spPr>
          <a:xfrm xmlns:a="http://schemas.openxmlformats.org/drawingml/2006/main">
            <a:off x="3167063" y="5376863"/>
            <a:ext cx="9525" cy="9525"/>
          </a:xfrm>
          <a:prstGeom xmlns:a="http://schemas.openxmlformats.org/drawingml/2006/main" prst="rect">
            <a:avLst/>
          </a:prstGeom>
          <a:noFill xmlns:a="http://schemas.openxmlformats.org/drawingml/2006/main"/>
          <a:ln xmlns:a="http://schemas.openxmlformats.org/drawingml/2006/main" w="0">
            <a:noFill/>
          </a:ln>
        </p:spPr>
      </p:sp>
      <p:sp>
        <p:nvSpPr>
          <p:cNvPr id="207" name="">
            <a:extLst xmlns:a="http://schemas.openxmlformats.org/drawingml/2006/main">
              <a:ext uri="{FF2B5EF4-FFF2-40B4-BE49-F238E27FC236}">
                <a16:creationId xmlns:a16="http://schemas.microsoft.com/office/drawing/2014/main" id="{E93628AB-F2CB-4392-9B88-3859E1456EC2}"/>
              </a:ext>
            </a:extLst>
          </p:cNvPr>
          <p:cNvSpPr>
            <a:spLocks xmlns:a="http://schemas.openxmlformats.org/drawingml/2006/main" noGrp="1"/>
          </p:cNvSpPr>
          <p:nvPr/>
        </p:nvSpPr>
        <p:spPr>
          <a:xfrm xmlns:a="http://schemas.openxmlformats.org/drawingml/2006/main">
            <a:off x="3557588" y="5376863"/>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426" name=""/>
          <p:cNvCxnSpPr>
            <a:stCxn xmlns:a="http://schemas.openxmlformats.org/drawingml/2006/main" id="206" idx="3"/>
            <a:endCxn xmlns:a="http://schemas.openxmlformats.org/drawingml/2006/main" id="207" idx="1"/>
          </p:cNvCxnSpPr>
          <p:nvPr/>
        </p:nvCxnSpPr>
        <p:spPr>
          <a:xfrm xmlns:a="http://schemas.openxmlformats.org/drawingml/2006/main">
            <a:off x="3176588" y="5381626"/>
            <a:ext cx="381000" cy="0"/>
          </a:xfrm>
          <a:prstGeom xmlns:a="http://schemas.openxmlformats.org/drawingml/2006/main" prst="straightConnector1">
            <a:avLst/>
          </a:prstGeom>
          <a:ln xmlns:a="http://schemas.openxmlformats.org/drawingml/2006/main" w="12859">
            <a:solidFill>
              <a:srgbClr val="3B5AA8"/>
            </a:solidFill>
          </a:ln>
        </p:spPr>
      </p:cxnSp>
      <p:sp>
        <p:nvSpPr>
          <p:cNvPr id="209" name="">
            <a:extLst xmlns:a="http://schemas.openxmlformats.org/drawingml/2006/main">
              <a:ext uri="{FF2B5EF4-FFF2-40B4-BE49-F238E27FC236}">
                <a16:creationId xmlns:a16="http://schemas.microsoft.com/office/drawing/2014/main" id="{7B9ED193-58C7-482B-916F-EE7491E5BFD4}"/>
              </a:ext>
            </a:extLst>
          </p:cNvPr>
          <p:cNvSpPr>
            <a:spLocks xmlns:a="http://schemas.openxmlformats.org/drawingml/2006/main" noGrp="1"/>
          </p:cNvSpPr>
          <p:nvPr/>
        </p:nvSpPr>
        <p:spPr>
          <a:xfrm xmlns:a="http://schemas.openxmlformats.org/drawingml/2006/main">
            <a:off x="3167063" y="5929313"/>
            <a:ext cx="9525" cy="9525"/>
          </a:xfrm>
          <a:prstGeom xmlns:a="http://schemas.openxmlformats.org/drawingml/2006/main" prst="rect">
            <a:avLst/>
          </a:prstGeom>
          <a:noFill xmlns:a="http://schemas.openxmlformats.org/drawingml/2006/main"/>
          <a:ln xmlns:a="http://schemas.openxmlformats.org/drawingml/2006/main" w="0">
            <a:noFill/>
          </a:ln>
        </p:spPr>
      </p:sp>
      <p:sp>
        <p:nvSpPr>
          <p:cNvPr id="210" name="">
            <a:extLst xmlns:a="http://schemas.openxmlformats.org/drawingml/2006/main">
              <a:ext uri="{FF2B5EF4-FFF2-40B4-BE49-F238E27FC236}">
                <a16:creationId xmlns:a16="http://schemas.microsoft.com/office/drawing/2014/main" id="{9ABE8D2D-E463-458C-B95F-B057DA3AB062}"/>
              </a:ext>
            </a:extLst>
          </p:cNvPr>
          <p:cNvSpPr>
            <a:spLocks xmlns:a="http://schemas.openxmlformats.org/drawingml/2006/main" noGrp="1"/>
          </p:cNvSpPr>
          <p:nvPr/>
        </p:nvSpPr>
        <p:spPr>
          <a:xfrm xmlns:a="http://schemas.openxmlformats.org/drawingml/2006/main">
            <a:off x="3557588" y="5929313"/>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429" name=""/>
          <p:cNvCxnSpPr>
            <a:stCxn xmlns:a="http://schemas.openxmlformats.org/drawingml/2006/main" id="209" idx="3"/>
            <a:endCxn xmlns:a="http://schemas.openxmlformats.org/drawingml/2006/main" id="210" idx="1"/>
          </p:cNvCxnSpPr>
          <p:nvPr/>
        </p:nvCxnSpPr>
        <p:spPr>
          <a:xfrm xmlns:a="http://schemas.openxmlformats.org/drawingml/2006/main">
            <a:off x="3176588" y="5934076"/>
            <a:ext cx="381000" cy="0"/>
          </a:xfrm>
          <a:prstGeom xmlns:a="http://schemas.openxmlformats.org/drawingml/2006/main" prst="straightConnector1">
            <a:avLst/>
          </a:prstGeom>
          <a:ln xmlns:a="http://schemas.openxmlformats.org/drawingml/2006/main" w="12859">
            <a:solidFill>
              <a:srgbClr val="3B5AA8"/>
            </a:solidFill>
          </a:ln>
        </p:spPr>
      </p:cxnSp>
      <p:sp>
        <p:nvSpPr>
          <p:cNvPr id="212" name="">
            <a:extLst xmlns:a="http://schemas.openxmlformats.org/drawingml/2006/main">
              <a:ext uri="{FF2B5EF4-FFF2-40B4-BE49-F238E27FC236}">
                <a16:creationId xmlns:a16="http://schemas.microsoft.com/office/drawing/2014/main" id="{62B62EBF-945D-4268-9A14-8ADC0EDB4028}"/>
              </a:ext>
            </a:extLst>
          </p:cNvPr>
          <p:cNvSpPr>
            <a:spLocks xmlns:a="http://schemas.openxmlformats.org/drawingml/2006/main" noGrp="1"/>
          </p:cNvSpPr>
          <p:nvPr/>
        </p:nvSpPr>
        <p:spPr>
          <a:xfrm xmlns:a="http://schemas.openxmlformats.org/drawingml/2006/main">
            <a:off x="3562350" y="5181600"/>
            <a:ext cx="1752600" cy="400050"/>
          </a:xfrm>
          <a:prstGeom xmlns:a="http://schemas.openxmlformats.org/drawingml/2006/main" prst="rect">
            <a:avLst/>
          </a:prstGeom>
          <a:solidFill xmlns:a="http://schemas.openxmlformats.org/drawingml/2006/main">
            <a:srgbClr val="F1F4FA"/>
          </a:solidFill>
          <a:ln xmlns:a="http://schemas.openxmlformats.org/drawingml/2006/main" w="9525">
            <a:solidFill>
              <a:srgbClr val="3B5AA8"/>
            </a:solidFill>
          </a:ln>
        </p:spPr>
        <p:txBody>
          <a:bodyPr xmlns:a="http://schemas.openxmlformats.org/drawingml/2006/main" wrap="square" lIns="76200" tIns="47625" rIns="76200" bIns="47625" anchor="ctr">
            <a:noAutofit/>
          </a:bodyPr>
          <a:lstStyle xmlns:a="http://schemas.openxmlformats.org/drawingml/2006/main"/>
          <a:p xmlns:a="http://schemas.openxmlformats.org/drawingml/2006/main">
            <a:pPr algn="ctr" eaLnBrk="0" latinLnBrk="0">
              <a:lnSpc>
                <a:spcPct val="116000"/>
              </a:lnSpc>
              <a:buNone/>
              <a:defRPr sz="1500" b="0" lang="ko-KR">
                <a:solidFill>
                  <a:srgbClr val="24292F"/>
                </a:solidFill>
                <a:latin typeface="맑은 고딕"/>
                <a:ea typeface="맑은 고딕"/>
                <a:cs typeface="맑은 고딕"/>
              </a:defRPr>
            </a:pPr>
            <a:r>
              <a:rPr sz="1500" b="0" lang="ko-KR">
                <a:solidFill>
                  <a:srgbClr val="24292F"/>
                </a:solidFill>
                <a:latin typeface="맑은 고딕"/>
                <a:ea typeface="맑은 고딕"/>
                <a:cs typeface="맑은 고딕"/>
              </a:rPr>
              <a:t>목표 관리</a:t>
            </a:r>
          </a:p>
        </p:txBody>
      </p:sp>
      <p:sp>
        <p:nvSpPr>
          <p:cNvPr id="213" name="">
            <a:extLst xmlns:a="http://schemas.openxmlformats.org/drawingml/2006/main">
              <a:ext uri="{FF2B5EF4-FFF2-40B4-BE49-F238E27FC236}">
                <a16:creationId xmlns:a16="http://schemas.microsoft.com/office/drawing/2014/main" id="{5C8E0935-ACCE-4459-9701-6A578B95A62F}"/>
              </a:ext>
            </a:extLst>
          </p:cNvPr>
          <p:cNvSpPr>
            <a:spLocks xmlns:a="http://schemas.openxmlformats.org/drawingml/2006/main" noGrp="1"/>
          </p:cNvSpPr>
          <p:nvPr/>
        </p:nvSpPr>
        <p:spPr>
          <a:xfrm xmlns:a="http://schemas.openxmlformats.org/drawingml/2006/main">
            <a:off x="3562350" y="5734050"/>
            <a:ext cx="1752600" cy="400050"/>
          </a:xfrm>
          <a:prstGeom xmlns:a="http://schemas.openxmlformats.org/drawingml/2006/main" prst="rect">
            <a:avLst/>
          </a:prstGeom>
          <a:solidFill xmlns:a="http://schemas.openxmlformats.org/drawingml/2006/main">
            <a:srgbClr val="F1F4FA"/>
          </a:solidFill>
          <a:ln xmlns:a="http://schemas.openxmlformats.org/drawingml/2006/main" w="9525">
            <a:solidFill>
              <a:srgbClr val="3B5AA8"/>
            </a:solidFill>
          </a:ln>
        </p:spPr>
        <p:txBody>
          <a:bodyPr xmlns:a="http://schemas.openxmlformats.org/drawingml/2006/main" wrap="square" lIns="76200" tIns="47625" rIns="76200" bIns="47625" anchor="ctr">
            <a:noAutofit/>
          </a:bodyPr>
          <a:lstStyle xmlns:a="http://schemas.openxmlformats.org/drawingml/2006/main"/>
          <a:p xmlns:a="http://schemas.openxmlformats.org/drawingml/2006/main">
            <a:pPr algn="ctr" eaLnBrk="0" latinLnBrk="0">
              <a:lnSpc>
                <a:spcPct val="116000"/>
              </a:lnSpc>
              <a:buNone/>
              <a:defRPr sz="1500" b="0" lang="ko-KR">
                <a:solidFill>
                  <a:srgbClr val="5B6570"/>
                </a:solidFill>
                <a:latin typeface="맑은 고딕"/>
                <a:ea typeface="맑은 고딕"/>
                <a:cs typeface="맑은 고딕"/>
              </a:defRPr>
            </a:pPr>
            <a:r>
              <a:rPr sz="1500" b="0" lang="ko-KR">
                <a:solidFill>
                  <a:srgbClr val="5B6570"/>
                </a:solidFill>
                <a:latin typeface="맑은 고딕"/>
                <a:ea typeface="맑은 고딕"/>
                <a:cs typeface="맑은 고딕"/>
              </a:rPr>
              <a:t>설정</a:t>
            </a:r>
          </a:p>
        </p:txBody>
      </p:sp>
      <p:sp>
        <p:nvSpPr>
          <p:cNvPr id="214" name="">
            <a:extLst xmlns:a="http://schemas.openxmlformats.org/drawingml/2006/main">
              <a:ext uri="{FF2B5EF4-FFF2-40B4-BE49-F238E27FC236}">
                <a16:creationId xmlns:a16="http://schemas.microsoft.com/office/drawing/2014/main" id="{449AB5A0-A76E-4A4A-B7E4-02F1D47514A8}"/>
              </a:ext>
            </a:extLst>
          </p:cNvPr>
          <p:cNvSpPr>
            <a:spLocks xmlns:a="http://schemas.openxmlformats.org/drawingml/2006/main" noGrp="1"/>
          </p:cNvSpPr>
          <p:nvPr/>
        </p:nvSpPr>
        <p:spPr>
          <a:xfrm xmlns:a="http://schemas.openxmlformats.org/drawingml/2006/main">
            <a:off x="5310188" y="5376863"/>
            <a:ext cx="9525" cy="9525"/>
          </a:xfrm>
          <a:prstGeom xmlns:a="http://schemas.openxmlformats.org/drawingml/2006/main" prst="rect">
            <a:avLst/>
          </a:prstGeom>
          <a:noFill xmlns:a="http://schemas.openxmlformats.org/drawingml/2006/main"/>
          <a:ln xmlns:a="http://schemas.openxmlformats.org/drawingml/2006/main" w="0">
            <a:noFill/>
          </a:ln>
        </p:spPr>
      </p:sp>
      <p:sp>
        <p:nvSpPr>
          <p:cNvPr id="215" name="">
            <a:extLst xmlns:a="http://schemas.openxmlformats.org/drawingml/2006/main">
              <a:ext uri="{FF2B5EF4-FFF2-40B4-BE49-F238E27FC236}">
                <a16:creationId xmlns:a16="http://schemas.microsoft.com/office/drawing/2014/main" id="{EB6F980B-42E8-4A59-94ED-8678548B9381}"/>
              </a:ext>
            </a:extLst>
          </p:cNvPr>
          <p:cNvSpPr>
            <a:spLocks xmlns:a="http://schemas.openxmlformats.org/drawingml/2006/main" noGrp="1"/>
          </p:cNvSpPr>
          <p:nvPr/>
        </p:nvSpPr>
        <p:spPr>
          <a:xfrm xmlns:a="http://schemas.openxmlformats.org/drawingml/2006/main">
            <a:off x="5662613" y="5376863"/>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434" name=""/>
          <p:cNvCxnSpPr>
            <a:stCxn xmlns:a="http://schemas.openxmlformats.org/drawingml/2006/main" id="214" idx="3"/>
            <a:endCxn xmlns:a="http://schemas.openxmlformats.org/drawingml/2006/main" id="215" idx="1"/>
          </p:cNvCxnSpPr>
          <p:nvPr/>
        </p:nvCxnSpPr>
        <p:spPr>
          <a:xfrm xmlns:a="http://schemas.openxmlformats.org/drawingml/2006/main">
            <a:off x="5319713" y="5381626"/>
            <a:ext cx="342900" cy="0"/>
          </a:xfrm>
          <a:prstGeom xmlns:a="http://schemas.openxmlformats.org/drawingml/2006/main" prst="straightConnector1">
            <a:avLst/>
          </a:prstGeom>
          <a:ln xmlns:a="http://schemas.openxmlformats.org/drawingml/2006/main" w="12859">
            <a:solidFill>
              <a:srgbClr val="3B5AA8"/>
            </a:solidFill>
          </a:ln>
        </p:spPr>
      </p:cxnSp>
      <p:sp>
        <p:nvSpPr>
          <p:cNvPr id="217" name="">
            <a:extLst xmlns:a="http://schemas.openxmlformats.org/drawingml/2006/main">
              <a:ext uri="{FF2B5EF4-FFF2-40B4-BE49-F238E27FC236}">
                <a16:creationId xmlns:a16="http://schemas.microsoft.com/office/drawing/2014/main" id="{008D5A9C-021D-49C5-BD5E-E47F56B2D647}"/>
              </a:ext>
            </a:extLst>
          </p:cNvPr>
          <p:cNvSpPr>
            <a:spLocks xmlns:a="http://schemas.openxmlformats.org/drawingml/2006/main" noGrp="1"/>
          </p:cNvSpPr>
          <p:nvPr/>
        </p:nvSpPr>
        <p:spPr>
          <a:xfrm xmlns:a="http://schemas.openxmlformats.org/drawingml/2006/main">
            <a:off x="5310188" y="5929313"/>
            <a:ext cx="9525" cy="9525"/>
          </a:xfrm>
          <a:prstGeom xmlns:a="http://schemas.openxmlformats.org/drawingml/2006/main" prst="rect">
            <a:avLst/>
          </a:prstGeom>
          <a:noFill xmlns:a="http://schemas.openxmlformats.org/drawingml/2006/main"/>
          <a:ln xmlns:a="http://schemas.openxmlformats.org/drawingml/2006/main" w="0">
            <a:noFill/>
          </a:ln>
        </p:spPr>
      </p:sp>
      <p:sp>
        <p:nvSpPr>
          <p:cNvPr id="218" name="">
            <a:extLst xmlns:a="http://schemas.openxmlformats.org/drawingml/2006/main">
              <a:ext uri="{FF2B5EF4-FFF2-40B4-BE49-F238E27FC236}">
                <a16:creationId xmlns:a16="http://schemas.microsoft.com/office/drawing/2014/main" id="{9AFC54AA-3EDC-4235-9872-9897F0FAC0FB}"/>
              </a:ext>
            </a:extLst>
          </p:cNvPr>
          <p:cNvSpPr>
            <a:spLocks xmlns:a="http://schemas.openxmlformats.org/drawingml/2006/main" noGrp="1"/>
          </p:cNvSpPr>
          <p:nvPr/>
        </p:nvSpPr>
        <p:spPr>
          <a:xfrm xmlns:a="http://schemas.openxmlformats.org/drawingml/2006/main">
            <a:off x="5662613" y="5929313"/>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437" name=""/>
          <p:cNvCxnSpPr>
            <a:stCxn xmlns:a="http://schemas.openxmlformats.org/drawingml/2006/main" id="217" idx="3"/>
            <a:endCxn xmlns:a="http://schemas.openxmlformats.org/drawingml/2006/main" id="218" idx="1"/>
          </p:cNvCxnSpPr>
          <p:nvPr/>
        </p:nvCxnSpPr>
        <p:spPr>
          <a:xfrm xmlns:a="http://schemas.openxmlformats.org/drawingml/2006/main">
            <a:off x="5319713" y="5934076"/>
            <a:ext cx="342900" cy="0"/>
          </a:xfrm>
          <a:prstGeom xmlns:a="http://schemas.openxmlformats.org/drawingml/2006/main" prst="straightConnector1">
            <a:avLst/>
          </a:prstGeom>
          <a:ln xmlns:a="http://schemas.openxmlformats.org/drawingml/2006/main" w="12859">
            <a:solidFill>
              <a:srgbClr val="3B5AA8"/>
            </a:solidFill>
          </a:ln>
        </p:spPr>
      </p:cxnSp>
      <p:sp>
        <p:nvSpPr>
          <p:cNvPr id="220" name="">
            <a:extLst xmlns:a="http://schemas.openxmlformats.org/drawingml/2006/main">
              <a:ext uri="{FF2B5EF4-FFF2-40B4-BE49-F238E27FC236}">
                <a16:creationId xmlns:a16="http://schemas.microsoft.com/office/drawing/2014/main" id="{FB29CD11-5180-4055-9553-0B7753A7C904}"/>
              </a:ext>
            </a:extLst>
          </p:cNvPr>
          <p:cNvSpPr>
            <a:spLocks xmlns:a="http://schemas.openxmlformats.org/drawingml/2006/main" noGrp="1"/>
          </p:cNvSpPr>
          <p:nvPr/>
        </p:nvSpPr>
        <p:spPr>
          <a:xfrm xmlns:a="http://schemas.openxmlformats.org/drawingml/2006/main">
            <a:off x="5667375" y="5095875"/>
            <a:ext cx="3057525" cy="571500"/>
          </a:xfrm>
          <a:prstGeom xmlns:a="http://schemas.openxmlformats.org/drawingml/2006/main" prst="rect">
            <a:avLst/>
          </a:prstGeom>
          <a:solidFill xmlns:a="http://schemas.openxmlformats.org/drawingml/2006/main">
            <a:srgbClr val="FFFFFF"/>
          </a:solidFill>
          <a:ln xmlns:a="http://schemas.openxmlformats.org/drawingml/2006/main" w="9525">
            <a:solidFill>
              <a:srgbClr val="3B5AA8"/>
            </a:solidFill>
          </a:ln>
        </p:spPr>
        <p:txBody>
          <a:bodyPr xmlns:a="http://schemas.openxmlformats.org/drawingml/2006/main" wrap="square" lIns="76200" tIns="47625" rIns="76200" bIns="47625" anchor="ctr">
            <a:noAutofit/>
          </a:bodyPr>
          <a:lstStyle xmlns:a="http://schemas.openxmlformats.org/drawingml/2006/main"/>
          <a:p xmlns:a="http://schemas.openxmlformats.org/drawingml/2006/main">
            <a:pPr algn="ctr" eaLnBrk="0" latinLnBrk="0">
              <a:lnSpc>
                <a:spcPct val="116000"/>
              </a:lnSpc>
              <a:buNone/>
              <a:defRPr sz="1425" b="0" lang="ko-KR">
                <a:solidFill>
                  <a:srgbClr val="5B6570"/>
                </a:solidFill>
                <a:latin typeface="맑은 고딕"/>
                <a:ea typeface="맑은 고딕"/>
                <a:cs typeface="맑은 고딕"/>
              </a:defRPr>
            </a:pPr>
            <a:r>
              <a:rPr sz="1425" b="0" lang="ko-KR">
                <a:solidFill>
                  <a:srgbClr val="5B6570"/>
                </a:solidFill>
                <a:latin typeface="맑은 고딕"/>
                <a:ea typeface="맑은 고딕"/>
                <a:cs typeface="맑은 고딕"/>
              </a:rPr>
              <a:t>재인터뷰, 궁극적 목표와 만다라트</a:t>
            </a:r>
          </a:p>
        </p:txBody>
      </p:sp>
      <p:sp>
        <p:nvSpPr>
          <p:cNvPr id="221" name="">
            <a:extLst xmlns:a="http://schemas.openxmlformats.org/drawingml/2006/main">
              <a:ext uri="{FF2B5EF4-FFF2-40B4-BE49-F238E27FC236}">
                <a16:creationId xmlns:a16="http://schemas.microsoft.com/office/drawing/2014/main" id="{56C9C8BE-B136-4AED-B3FC-69B73BAA4ECA}"/>
              </a:ext>
            </a:extLst>
          </p:cNvPr>
          <p:cNvSpPr>
            <a:spLocks xmlns:a="http://schemas.openxmlformats.org/drawingml/2006/main" noGrp="1"/>
          </p:cNvSpPr>
          <p:nvPr/>
        </p:nvSpPr>
        <p:spPr>
          <a:xfrm xmlns:a="http://schemas.openxmlformats.org/drawingml/2006/main">
            <a:off x="5667375" y="5734050"/>
            <a:ext cx="3057525" cy="400050"/>
          </a:xfrm>
          <a:prstGeom xmlns:a="http://schemas.openxmlformats.org/drawingml/2006/main" prst="rect">
            <a:avLst/>
          </a:prstGeom>
          <a:solidFill xmlns:a="http://schemas.openxmlformats.org/drawingml/2006/main">
            <a:srgbClr val="FFFFFF"/>
          </a:solidFill>
          <a:ln xmlns:a="http://schemas.openxmlformats.org/drawingml/2006/main" w="9525">
            <a:solidFill>
              <a:srgbClr val="3B5AA8"/>
            </a:solidFill>
          </a:ln>
        </p:spPr>
        <p:txBody>
          <a:bodyPr xmlns:a="http://schemas.openxmlformats.org/drawingml/2006/main" wrap="square" lIns="76200" tIns="47625" rIns="76200" bIns="47625" anchor="ctr">
            <a:noAutofit/>
          </a:bodyPr>
          <a:lstStyle xmlns:a="http://schemas.openxmlformats.org/drawingml/2006/main"/>
          <a:p xmlns:a="http://schemas.openxmlformats.org/drawingml/2006/main">
            <a:pPr algn="ctr" eaLnBrk="0" latinLnBrk="0">
              <a:lnSpc>
                <a:spcPct val="116000"/>
              </a:lnSpc>
              <a:buNone/>
              <a:defRPr sz="1425" b="0" lang="ko-KR">
                <a:solidFill>
                  <a:srgbClr val="5B6570"/>
                </a:solidFill>
                <a:latin typeface="맑은 고딕"/>
                <a:ea typeface="맑은 고딕"/>
                <a:cs typeface="맑은 고딕"/>
              </a:defRPr>
            </a:pPr>
            <a:r>
              <a:rPr sz="1425" b="0" lang="ko-KR">
                <a:solidFill>
                  <a:srgbClr val="5B6570"/>
                </a:solidFill>
                <a:latin typeface="맑은 고딕"/>
                <a:ea typeface="맑은 고딕"/>
                <a:cs typeface="맑은 고딕"/>
              </a:rPr>
              <a:t>내 정보, 동의와 알림 설정</a:t>
            </a:r>
          </a:p>
        </p:txBody>
      </p:sp>
      <p:sp>
        <p:nvSpPr>
          <p:cNvPr id="222" name="">
            <a:extLst xmlns:a="http://schemas.openxmlformats.org/drawingml/2006/main">
              <a:ext uri="{FF2B5EF4-FFF2-40B4-BE49-F238E27FC236}">
                <a16:creationId xmlns:a16="http://schemas.microsoft.com/office/drawing/2014/main" id="{056F4BFD-29CC-48D4-A143-749F40ACBA88}"/>
              </a:ext>
            </a:extLst>
          </p:cNvPr>
          <p:cNvSpPr>
            <a:spLocks xmlns:a="http://schemas.openxmlformats.org/drawingml/2006/main" noGrp="1"/>
          </p:cNvSpPr>
          <p:nvPr/>
        </p:nvSpPr>
        <p:spPr>
          <a:xfrm xmlns:a="http://schemas.openxmlformats.org/drawingml/2006/main">
            <a:off x="419100" y="6210300"/>
            <a:ext cx="8305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eaLnBrk="0" latinLnBrk="0">
              <a:lnSpc>
                <a:spcPct val="125000"/>
              </a:lnSpc>
              <a:buNone/>
              <a:defRPr sz="1163" b="0" lang="ko-KR">
                <a:solidFill>
                  <a:srgbClr val="5B6570"/>
                </a:solidFill>
                <a:latin typeface="맑은 고딕"/>
                <a:ea typeface="맑은 고딕"/>
                <a:cs typeface="맑은 고딕"/>
              </a:defRPr>
            </a:pPr>
            <a:r>
              <a:rPr sz="1163" b="0" lang="ko-KR">
                <a:solidFill>
                  <a:srgbClr val="5B6570"/>
                </a:solidFill>
                <a:latin typeface="맑은 고딕"/>
                <a:ea typeface="맑은 고딕"/>
                <a:cs typeface="맑은 고딕"/>
              </a:rPr>
              <a:t>모바일은 하단 3개 탭과 오늘의 더보기를 사용한다. 데스크톱은 사이드바에서도 목표 관리와 설정을 연다.</a:t>
            </a:r>
          </a:p>
        </p:txBody>
      </p:sp>
    </p:spTree>
    <p:extLst>
      <p:ext uri="{BB962C8B-B14F-4D97-AF65-F5344CB8AC3E}">
        <p14:creationId xmlns:p14="http://schemas.microsoft.com/office/powerpoint/2010/main" val="3195766679"/>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4" name="직사각형 23">
            <a:extLst xmlns:a="http://schemas.openxmlformats.org/drawingml/2006/main">
              <a:ext uri="{FF2B5EF4-FFF2-40B4-BE49-F238E27FC236}">
                <a16:creationId xmlns:a16="http://schemas.microsoft.com/office/drawing/2014/main" id="{87FE247D-BCD8-49C9-AB08-42C204606102}"/>
              </a:ext>
            </a:extLst>
          </p:cNvPr>
          <p:cNvSpPr>
            <a:spLocks xmlns:a="http://schemas.openxmlformats.org/drawingml/2006/main" noGrp="1"/>
          </p:cNvSpPr>
          <p:nvPr/>
        </p:nvSpPr>
        <p:spPr>
          <a:xfrm xmlns:a="http://schemas.openxmlformats.org/drawingml/2006/main">
            <a:off x="107504" y="0"/>
            <a:ext cx="3096344" cy="1124744"/>
          </a:xfrm>
          <a:prstGeom xmlns:a="http://schemas.openxmlformats.org/drawingml/2006/main" prst="rect">
            <a:avLst/>
          </a:prstGeom>
          <a:solidFill xmlns:a="http://schemas.openxmlformats.org/drawingml/2006/main">
            <a:srgbClr val="3B5AA8"/>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eaLnBrk="0" latinLnBrk="0">
              <a:buNone/>
            </a:pPr>
            <a:endParaRPr lang="ko-KR"/>
          </a:p>
        </p:txBody>
      </p:sp>
      <p:sp>
        <p:nvSpPr>
          <p:cNvPr id="25" name="직선 연결선 24">
            <a:extLst xmlns:a="http://schemas.openxmlformats.org/drawingml/2006/main">
              <a:ext uri="{FF2B5EF4-FFF2-40B4-BE49-F238E27FC236}">
                <a16:creationId xmlns:a16="http://schemas.microsoft.com/office/drawing/2014/main" id="{56E72A93-616C-44BF-B205-95E477EF8F6D}"/>
              </a:ext>
            </a:extLst>
          </p:cNvPr>
          <p:cNvSpPr>
            <a:spLocks xmlns:a="http://schemas.openxmlformats.org/drawingml/2006/main" noGrp="1"/>
          </p:cNvSpPr>
          <p:nvPr/>
        </p:nvSpPr>
        <p:spPr>
          <a:xfrm xmlns:a="http://schemas.openxmlformats.org/drawingml/2006/main">
            <a:off x="424356" y="541195"/>
            <a:ext cx="2591728" cy="0"/>
          </a:xfrm>
          <a:prstGeom xmlns:a="http://schemas.openxmlformats.org/drawingml/2006/main" prst="line">
            <a:avLst/>
          </a:prstGeom>
          <a:ln xmlns:a="http://schemas.openxmlformats.org/drawingml/2006/main" w="28575">
            <a:solidFill>
              <a:schemeClr val="bg1">
                <a:lumMod val="95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txBody>
          <a:bodyPr xmlns:a="http://schemas.openxmlformats.org/drawingml/2006/main"/>
          <a:lstStyle xmlns:a="http://schemas.openxmlformats.org/drawingml/2006/main"/>
          <a:p xmlns:a="http://schemas.openxmlformats.org/drawingml/2006/main">
            <a:pPr eaLnBrk="0" latinLnBrk="0">
              <a:buNone/>
            </a:pPr>
            <a:endParaRPr lang="ko-KR"/>
          </a:p>
        </p:txBody>
      </p:sp>
      <p:sp>
        <p:nvSpPr>
          <p:cNvPr id="26" name="직선 연결선 25">
            <a:extLst xmlns:a="http://schemas.openxmlformats.org/drawingml/2006/main">
              <a:ext uri="{FF2B5EF4-FFF2-40B4-BE49-F238E27FC236}">
                <a16:creationId xmlns:a16="http://schemas.microsoft.com/office/drawing/2014/main" id="{072C1394-538A-4BCF-9224-0784E0A048B3}"/>
              </a:ext>
            </a:extLst>
          </p:cNvPr>
          <p:cNvSpPr>
            <a:spLocks xmlns:a="http://schemas.openxmlformats.org/drawingml/2006/main" noGrp="1"/>
          </p:cNvSpPr>
          <p:nvPr/>
        </p:nvSpPr>
        <p:spPr>
          <a:xfrm xmlns:a="http://schemas.openxmlformats.org/drawingml/2006/main">
            <a:off x="3275856" y="548680"/>
            <a:ext cx="5328592" cy="0"/>
          </a:xfrm>
          <a:prstGeom xmlns:a="http://schemas.openxmlformats.org/drawingml/2006/main" prst="line">
            <a:avLst/>
          </a:prstGeom>
          <a:ln xmlns:a="http://schemas.openxmlformats.org/drawingml/2006/main" w="28575">
            <a:solidFill>
              <a:srgbClr val="3B5AA8"/>
            </a:solidFill>
          </a:ln>
        </p:spPr>
        <p:style>
          <a:lnRef xmlns:a="http://schemas.openxmlformats.org/drawingml/2006/main" idx="1">
            <a:schemeClr val="accent4"/>
          </a:lnRef>
          <a:fillRef xmlns:a="http://schemas.openxmlformats.org/drawingml/2006/main" idx="0">
            <a:schemeClr val="accent4"/>
          </a:fillRef>
          <a:effectRef xmlns:a="http://schemas.openxmlformats.org/drawingml/2006/main" idx="0">
            <a:schemeClr val="accent4"/>
          </a:effectRef>
          <a:fontRef xmlns:a="http://schemas.openxmlformats.org/drawingml/2006/main" idx="minor">
            <a:schemeClr val="tx1"/>
          </a:fontRef>
        </p:style>
        <p:txBody>
          <a:bodyPr xmlns:a="http://schemas.openxmlformats.org/drawingml/2006/main"/>
          <a:lstStyle xmlns:a="http://schemas.openxmlformats.org/drawingml/2006/main"/>
          <a:p xmlns:a="http://schemas.openxmlformats.org/drawingml/2006/main">
            <a:pPr eaLnBrk="0" latinLnBrk="0">
              <a:buNone/>
            </a:pPr>
            <a:endParaRPr lang="ko-KR"/>
          </a:p>
        </p:txBody>
      </p:sp>
      <p:sp>
        <p:nvSpPr>
          <p:cNvPr id="27" name="제목 12">
            <a:extLst xmlns:a="http://schemas.openxmlformats.org/drawingml/2006/main">
              <a:ext uri="{FF2B5EF4-FFF2-40B4-BE49-F238E27FC236}">
                <a16:creationId xmlns:a16="http://schemas.microsoft.com/office/drawing/2014/main" id="{99D20B54-FBA0-40C2-B7F4-249D25DD9104}"/>
              </a:ext>
            </a:extLst>
          </p:cNvPr>
          <p:cNvSpPr>
            <a:spLocks xmlns:a="http://schemas.openxmlformats.org/drawingml/2006/main" noGrp="1"/>
          </p:cNvSpPr>
          <p:nvPr/>
        </p:nvSpPr>
        <p:spPr>
          <a:xfrm xmlns:a="http://schemas.openxmlformats.org/drawingml/2006/main">
            <a:off x="323528" y="692696"/>
            <a:ext cx="2880320" cy="296631"/>
          </a:xfrm>
          <a:prstGeom xmlns:a="http://schemas.openxmlformats.org/drawingml/2006/main" prst="rect">
            <a:avLst/>
          </a:prstGeom>
        </p:spPr>
        <p:txBody>
          <a:bodyPr xmlns:a="http://schemas.openxmlformats.org/drawingml/2006/main" vert="horz" lIns="91440" tIns="45720" rIns="91440" bIns="45720" anchor="t">
            <a:noAutofit/>
          </a:bodyPr>
          <a:lstStyle xmlns:a="http://schemas.openxmlformats.org/drawingml/2006/main"/>
          <a:p xmlns:a="http://schemas.openxmlformats.org/drawingml/2006/main">
            <a:pPr marL="0" marR="0" lvl="0" indent="0" algn="l" defTabSz="914400" eaLnBrk="0" latinLnBrk="0">
              <a:lnSpc>
                <a:spcPct val="100000"/>
              </a:lnSpc>
              <a:spcBef>
                <a:spcPct val="0"/>
              </a:spcBef>
              <a:spcAft>
                <a:spcPts val="0"/>
              </a:spcAft>
              <a:buClrTx/>
              <a:buSzTx/>
              <a:buFontTx/>
              <a:buNone/>
              <a:defRPr sz="1700" b="1" lang="ko-KR">
                <a:solidFill>
                  <a:srgbClr val="FFFFFF"/>
                </a:solidFill>
                <a:latin typeface="맑은 고딕"/>
                <a:ea typeface="맑은 고딕"/>
                <a:cs typeface="맑은 고딕"/>
              </a:defRPr>
            </a:pPr>
            <a:r>
              <a:rPr sz="1700" b="1" i="0" u="none" cap="none" spc="0" lang="ko-KR">
                <a:ln>
                  <a:noFill/>
                </a:ln>
                <a:solidFill>
                  <a:srgbClr val="FFFFFF"/>
                </a:solidFill>
                <a:latin typeface="맑은 고딕"/>
                <a:ea typeface="맑은 고딕"/>
                <a:cs typeface="맑은 고딕"/>
              </a:rPr>
              <a:t>화면 설계서</a:t>
            </a:r>
            <a:endParaRPr sz="1700" b="0" i="0" u="none" kern="1200" cap="none" spc="-50" baseline="0" lang="ko-KR">
              <a:ln>
                <a:noFill/>
              </a:ln>
              <a:solidFill>
                <a:schemeClr val="bg1"/>
              </a:solidFill>
              <a:latin typeface="+mn-ea"/>
              <a:ea typeface="+mn-ea"/>
              <a:cs typeface="+mn-ea"/>
            </a:endParaRPr>
          </a:p>
        </p:txBody>
      </p:sp>
      <p:pic>
        <p:nvPicPr>
          <p:cNvPr id="129" name="Picture 2"/>
          <p:cNvPicPr>
            <a:picLocks xmlns:a="http://schemas.openxmlformats.org/drawingml/2006/main" noChangeAspect="1"/>
          </p:cNvPicPr>
          <p:nvPr/>
        </p:nvPicPr>
        <p:blipFill>
          <a:blip xmlns:r="http://schemas.openxmlformats.org/officeDocument/2006/relationships" xmlns:a="http://schemas.openxmlformats.org/drawingml/2006/main" r:embed="R858fe64a2ff14556"/>
          <a:srcRect xmlns:a="http://schemas.openxmlformats.org/drawingml/2006/main" l="0" t="0" r="0" b="0"/>
          <a:stretch xmlns:a="http://schemas.openxmlformats.org/drawingml/2006/main">
            <a:fillRect l="0" t="0" r="0" b="0"/>
          </a:stretch>
        </p:blipFill>
        <p:spPr>
          <a:xfrm xmlns:a="http://schemas.openxmlformats.org/drawingml/2006/main">
            <a:off x="8676456" y="476671"/>
            <a:ext cx="454960" cy="158965"/>
          </a:xfrm>
          <a:prstGeom xmlns:a="http://schemas.openxmlformats.org/drawingml/2006/main" prst="rect">
            <a:avLst/>
          </a:prstGeom>
          <a:ln xmlns:a="http://schemas.openxmlformats.org/drawingml/2006/main" w="9525">
            <a:noFill/>
            <a:miter/>
          </a:ln>
        </p:spPr>
      </p:pic>
      <p:sp>
        <p:nvSpPr>
          <p:cNvPr id="32" name="막힌 원호 31">
            <a:extLst xmlns:a="http://schemas.openxmlformats.org/drawingml/2006/main">
              <a:ext uri="{FF2B5EF4-FFF2-40B4-BE49-F238E27FC236}">
                <a16:creationId xmlns:a16="http://schemas.microsoft.com/office/drawing/2014/main" id="{9618B776-B49F-4D0C-880D-07488DEBF76A}"/>
              </a:ext>
            </a:extLst>
          </p:cNvPr>
          <p:cNvSpPr>
            <a:spLocks xmlns:a="http://schemas.openxmlformats.org/drawingml/2006/main" noGrp="1"/>
          </p:cNvSpPr>
          <p:nvPr/>
        </p:nvSpPr>
        <p:spPr>
          <a:xfrm xmlns:a="http://schemas.openxmlformats.org/drawingml/2006/main" flipV="1">
            <a:off x="-577697" y="-576001"/>
            <a:ext cx="1181047" cy="1167213"/>
          </a:xfrm>
          <a:prstGeom xmlns:a="http://schemas.openxmlformats.org/drawingml/2006/main" prst="blockArc">
            <a:avLst>
              <a:gd name="adj1" fmla="val 16158679"/>
              <a:gd name="adj2" fmla="val 0"/>
              <a:gd name="adj3" fmla="val 25000"/>
            </a:avLst>
          </a:prstGeom>
          <a:solidFill xmlns:a="http://schemas.openxmlformats.org/drawingml/2006/main">
            <a:schemeClr val="bg1"/>
          </a:solidFill>
          <a:ln xmlns:a="http://schemas.openxmlformats.org/drawingml/2006/main">
            <a:solidFill>
              <a:schemeClr val="bg1"/>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eaLnBrk="0" latinLnBrk="0">
              <a:buNone/>
            </a:pPr>
            <a:endParaRPr lang="ko-KR">
              <a:solidFill>
                <a:schemeClr val="tx1"/>
              </a:solidFill>
            </a:endParaRPr>
          </a:p>
        </p:txBody>
      </p:sp>
      <p:sp>
        <p:nvSpPr>
          <p:cNvPr id="87" name="직사각형 86">
            <a:extLst xmlns:a="http://schemas.openxmlformats.org/drawingml/2006/main">
              <a:ext uri="{FF2B5EF4-FFF2-40B4-BE49-F238E27FC236}">
                <a16:creationId xmlns:a16="http://schemas.microsoft.com/office/drawing/2014/main" id="{D9897B39-756D-4067-87CA-EDF14F99999F}"/>
              </a:ext>
            </a:extLst>
          </p:cNvPr>
          <p:cNvSpPr>
            <a:spLocks xmlns:a="http://schemas.openxmlformats.org/drawingml/2006/main" noGrp="1"/>
          </p:cNvSpPr>
          <p:nvPr/>
        </p:nvSpPr>
        <p:spPr>
          <a:xfrm xmlns:a="http://schemas.openxmlformats.org/drawingml/2006/main">
            <a:off x="400050" y="1238250"/>
            <a:ext cx="83248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eaLnBrk="0" latinLnBrk="0">
              <a:lnSpc>
                <a:spcPct val="125000"/>
              </a:lnSpc>
              <a:buNone/>
              <a:defRPr sz="2100" b="1" lang="ko-KR">
                <a:solidFill>
                  <a:srgbClr val="24292F"/>
                </a:solidFill>
                <a:latin typeface="맑은 고딕"/>
                <a:ea typeface="맑은 고딕"/>
                <a:cs typeface="맑은 고딕"/>
              </a:defRPr>
            </a:pPr>
            <a:r>
              <a:rPr sz="2100" b="1" lang="ko-KR">
                <a:solidFill>
                  <a:srgbClr val="24292F"/>
                </a:solidFill>
                <a:latin typeface="맑은 고딕"/>
                <a:ea typeface="맑은 고딕"/>
                <a:cs typeface="맑은 고딕"/>
              </a:rPr>
              <a:t>딥 인터뷰와 목표 분류</a:t>
            </a:r>
          </a:p>
        </p:txBody>
      </p:sp>
      <p:sp>
        <p:nvSpPr>
          <p:cNvPr id="88" name="직사각형 87">
            <a:extLst xmlns:a="http://schemas.openxmlformats.org/drawingml/2006/main">
              <a:ext uri="{FF2B5EF4-FFF2-40B4-BE49-F238E27FC236}">
                <a16:creationId xmlns:a16="http://schemas.microsoft.com/office/drawing/2014/main" id="{4228C868-2B8E-4C65-B708-292849813B15}"/>
              </a:ext>
            </a:extLst>
          </p:cNvPr>
          <p:cNvSpPr>
            <a:spLocks xmlns:a="http://schemas.openxmlformats.org/drawingml/2006/main" noGrp="1"/>
          </p:cNvSpPr>
          <p:nvPr/>
        </p:nvSpPr>
        <p:spPr>
          <a:xfrm xmlns:a="http://schemas.openxmlformats.org/drawingml/2006/main">
            <a:off x="419100" y="6524625"/>
            <a:ext cx="69532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eaLnBrk="0" latinLnBrk="0">
              <a:buNone/>
              <a:defRPr sz="900" b="0" lang="ko-KR">
                <a:solidFill>
                  <a:srgbClr val="5B6570"/>
                </a:solidFill>
                <a:latin typeface="맑은 고딕"/>
                <a:ea typeface="맑은 고딕"/>
                <a:cs typeface="맑은 고딕"/>
              </a:defRPr>
            </a:pPr>
            <a:r>
              <a:rPr sz="900" b="0" lang="ko-KR">
                <a:solidFill>
                  <a:srgbClr val="5B6570"/>
                </a:solidFill>
                <a:latin typeface="맑은 고딕"/>
                <a:ea typeface="맑은 고딕"/>
                <a:cs typeface="맑은 고딕"/>
              </a:rPr>
              <a:t>핵심 1 / 목표와 조건을 정한 뒤 주간 계획 생성</a:t>
            </a:r>
          </a:p>
        </p:txBody>
      </p:sp>
      <p:sp>
        <p:nvSpPr>
          <p:cNvPr id="89" name="직사각형 88">
            <a:extLst xmlns:a="http://schemas.openxmlformats.org/drawingml/2006/main">
              <a:ext uri="{FF2B5EF4-FFF2-40B4-BE49-F238E27FC236}">
                <a16:creationId xmlns:a16="http://schemas.microsoft.com/office/drawing/2014/main" id="{B8FB3295-BE1D-40BE-8873-E95B30580FF6}"/>
              </a:ext>
            </a:extLst>
          </p:cNvPr>
          <p:cNvSpPr>
            <a:spLocks xmlns:a="http://schemas.openxmlformats.org/drawingml/2006/main" noGrp="1"/>
          </p:cNvSpPr>
          <p:nvPr/>
        </p:nvSpPr>
        <p:spPr>
          <a:xfrm xmlns:a="http://schemas.openxmlformats.org/drawingml/2006/main">
            <a:off x="8334375" y="6524625"/>
            <a:ext cx="4000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eaLnBrk="0" latinLnBrk="0">
              <a:buNone/>
              <a:defRPr sz="900" b="0" lang="ko-KR">
                <a:solidFill>
                  <a:srgbClr val="5B6570"/>
                </a:solidFill>
                <a:latin typeface="맑은 고딕"/>
                <a:ea typeface="맑은 고딕"/>
                <a:cs typeface="맑은 고딕"/>
              </a:defRPr>
            </a:pPr>
            <a:r>
              <a:rPr sz="900" b="0" lang="ko-KR">
                <a:solidFill>
                  <a:srgbClr val="5B6570"/>
                </a:solidFill>
                <a:latin typeface="맑은 고딕"/>
                <a:ea typeface="맑은 고딕"/>
                <a:cs typeface="맑은 고딕"/>
              </a:rPr>
              <a:t>04</a:t>
            </a:r>
          </a:p>
        </p:txBody>
      </p:sp>
      <p:pic>
        <p:nvPicPr>
          <p:cNvPr id="134" name="그림 110"/>
          <p:cNvPicPr>
            <a:picLocks xmlns:a="http://schemas.openxmlformats.org/drawingml/2006/main" noChangeAspect="1"/>
          </p:cNvPicPr>
          <p:nvPr/>
        </p:nvPicPr>
        <p:blipFill>
          <a:blip xmlns:r="http://schemas.openxmlformats.org/officeDocument/2006/relationships" xmlns:a="http://schemas.openxmlformats.org/drawingml/2006/main" r:embed="R84e8c2a662ce4cbb"/>
          <a:stretch xmlns:a="http://schemas.openxmlformats.org/drawingml/2006/main"/>
        </p:blipFill>
        <p:spPr>
          <a:xfrm xmlns:a="http://schemas.openxmlformats.org/drawingml/2006/main">
            <a:off x="445734" y="1819275"/>
            <a:ext cx="2042232" cy="4419600"/>
          </a:xfrm>
          <a:prstGeom xmlns:a="http://schemas.openxmlformats.org/drawingml/2006/main" prst="rect">
            <a:avLst/>
          </a:prstGeom>
        </p:spPr>
      </p:pic>
      <p:pic>
        <p:nvPicPr>
          <p:cNvPr id="135" name="그림 111"/>
          <p:cNvPicPr>
            <a:picLocks xmlns:a="http://schemas.openxmlformats.org/drawingml/2006/main" noChangeAspect="1"/>
          </p:cNvPicPr>
          <p:nvPr/>
        </p:nvPicPr>
        <p:blipFill>
          <a:blip xmlns:r="http://schemas.openxmlformats.org/officeDocument/2006/relationships" xmlns:a="http://schemas.openxmlformats.org/drawingml/2006/main" r:embed="R576292c2d6e64d80"/>
          <a:stretch xmlns:a="http://schemas.openxmlformats.org/drawingml/2006/main"/>
        </p:blipFill>
        <p:spPr>
          <a:xfrm xmlns:a="http://schemas.openxmlformats.org/drawingml/2006/main">
            <a:off x="2674584" y="1819275"/>
            <a:ext cx="2042232" cy="4419600"/>
          </a:xfrm>
          <a:prstGeom xmlns:a="http://schemas.openxmlformats.org/drawingml/2006/main" prst="rect">
            <a:avLst/>
          </a:prstGeom>
        </p:spPr>
      </p:pic>
      <p:sp>
        <p:nvSpPr>
          <p:cNvPr id="114" name="">
            <a:extLst xmlns:a="http://schemas.openxmlformats.org/drawingml/2006/main">
              <a:ext uri="{FF2B5EF4-FFF2-40B4-BE49-F238E27FC236}">
                <a16:creationId xmlns:a16="http://schemas.microsoft.com/office/drawing/2014/main" id="{B7D3C12E-EB53-4C20-9EBA-CA0287D4F2BD}"/>
              </a:ext>
            </a:extLst>
          </p:cNvPr>
          <p:cNvSpPr>
            <a:spLocks xmlns:a="http://schemas.openxmlformats.org/drawingml/2006/main" noGrp="1"/>
          </p:cNvSpPr>
          <p:nvPr/>
        </p:nvSpPr>
        <p:spPr>
          <a:xfrm xmlns:a="http://schemas.openxmlformats.org/drawingml/2006/main">
            <a:off x="4991100" y="1847850"/>
            <a:ext cx="3714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eaLnBrk="0" latinLnBrk="0">
              <a:lnSpc>
                <a:spcPct val="123000"/>
              </a:lnSpc>
              <a:buNone/>
              <a:defRPr sz="1613" b="1" lang="ko-KR">
                <a:solidFill>
                  <a:srgbClr val="3B5AA8"/>
                </a:solidFill>
                <a:latin typeface="맑은 고딕"/>
                <a:ea typeface="맑은 고딕"/>
                <a:cs typeface="맑은 고딕"/>
              </a:defRPr>
            </a:pPr>
            <a:r>
              <a:rPr sz="1613" b="1" lang="ko-KR">
                <a:solidFill>
                  <a:srgbClr val="3B5AA8"/>
                </a:solidFill>
                <a:latin typeface="맑은 고딕"/>
                <a:ea typeface="맑은 고딕"/>
                <a:cs typeface="맑은 고딕"/>
              </a:rPr>
              <a:t>문제</a:t>
            </a:r>
          </a:p>
        </p:txBody>
      </p:sp>
      <p:sp>
        <p:nvSpPr>
          <p:cNvPr id="115" name="">
            <a:extLst xmlns:a="http://schemas.openxmlformats.org/drawingml/2006/main">
              <a:ext uri="{FF2B5EF4-FFF2-40B4-BE49-F238E27FC236}">
                <a16:creationId xmlns:a16="http://schemas.microsoft.com/office/drawing/2014/main" id="{F6B65B65-EE8E-4A9E-B411-21E824C8497B}"/>
              </a:ext>
            </a:extLst>
          </p:cNvPr>
          <p:cNvSpPr>
            <a:spLocks xmlns:a="http://schemas.openxmlformats.org/drawingml/2006/main" noGrp="1"/>
          </p:cNvSpPr>
          <p:nvPr/>
        </p:nvSpPr>
        <p:spPr>
          <a:xfrm xmlns:a="http://schemas.openxmlformats.org/drawingml/2006/main">
            <a:off x="4991100" y="2162175"/>
            <a:ext cx="3714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eaLnBrk="0" latinLnBrk="0">
              <a:lnSpc>
                <a:spcPct val="123000"/>
              </a:lnSpc>
              <a:buNone/>
              <a:defRPr sz="1538" b="0" lang="ko-KR">
                <a:solidFill>
                  <a:srgbClr val="24292F"/>
                </a:solidFill>
                <a:latin typeface="맑은 고딕"/>
                <a:ea typeface="맑은 고딕"/>
                <a:cs typeface="맑은 고딕"/>
              </a:defRPr>
            </a:pPr>
            <a:r>
              <a:rPr sz="1538" b="0" lang="ko-KR">
                <a:solidFill>
                  <a:srgbClr val="24292F"/>
                </a:solidFill>
                <a:latin typeface="맑은 고딕"/>
                <a:ea typeface="맑은 고딕"/>
                <a:cs typeface="맑은 고딕"/>
              </a:rPr>
              <a:t>목표가 막연하거나 많으면</a:t>
            </a:r>
          </a:p>
          <a:p xmlns:a="http://schemas.openxmlformats.org/drawingml/2006/main">
            <a:pPr algn="l" eaLnBrk="0" latinLnBrk="0">
              <a:lnSpc>
                <a:spcPct val="123000"/>
              </a:lnSpc>
              <a:buNone/>
              <a:defRPr sz="1538" b="0" lang="ko-KR">
                <a:solidFill>
                  <a:srgbClr val="24292F"/>
                </a:solidFill>
                <a:latin typeface="맑은 고딕"/>
                <a:ea typeface="맑은 고딕"/>
                <a:cs typeface="맑은 고딕"/>
              </a:defRPr>
            </a:pPr>
            <a:r>
              <a:rPr sz="1538" b="0" lang="ko-KR">
                <a:solidFill>
                  <a:srgbClr val="24292F"/>
                </a:solidFill>
                <a:latin typeface="맑은 고딕"/>
                <a:ea typeface="맑은 고딕"/>
                <a:cs typeface="맑은 고딕"/>
              </a:rPr>
              <a:t>무엇부터 할지 정하기 어렵다.</a:t>
            </a:r>
          </a:p>
        </p:txBody>
      </p:sp>
      <p:sp>
        <p:nvSpPr>
          <p:cNvPr id="116" name="">
            <a:extLst xmlns:a="http://schemas.openxmlformats.org/drawingml/2006/main">
              <a:ext uri="{FF2B5EF4-FFF2-40B4-BE49-F238E27FC236}">
                <a16:creationId xmlns:a16="http://schemas.microsoft.com/office/drawing/2014/main" id="{19699218-E87C-4BC2-8988-3788F9B386AA}"/>
              </a:ext>
            </a:extLst>
          </p:cNvPr>
          <p:cNvSpPr>
            <a:spLocks xmlns:a="http://schemas.openxmlformats.org/drawingml/2006/main" noGrp="1"/>
          </p:cNvSpPr>
          <p:nvPr/>
        </p:nvSpPr>
        <p:spPr>
          <a:xfrm xmlns:a="http://schemas.openxmlformats.org/drawingml/2006/main">
            <a:off x="4991100" y="2943225"/>
            <a:ext cx="3714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eaLnBrk="0" latinLnBrk="0">
              <a:lnSpc>
                <a:spcPct val="123000"/>
              </a:lnSpc>
              <a:buNone/>
              <a:defRPr sz="1613" b="1" lang="ko-KR">
                <a:solidFill>
                  <a:srgbClr val="3B5AA8"/>
                </a:solidFill>
                <a:latin typeface="맑은 고딕"/>
                <a:ea typeface="맑은 고딕"/>
                <a:cs typeface="맑은 고딕"/>
              </a:defRPr>
            </a:pPr>
            <a:r>
              <a:rPr sz="1613" b="1" lang="ko-KR">
                <a:solidFill>
                  <a:srgbClr val="3B5AA8"/>
                </a:solidFill>
                <a:latin typeface="맑은 고딕"/>
                <a:ea typeface="맑은 고딕"/>
                <a:cs typeface="맑은 고딕"/>
              </a:rPr>
              <a:t>기능과 사용</a:t>
            </a:r>
          </a:p>
        </p:txBody>
      </p:sp>
      <p:sp>
        <p:nvSpPr>
          <p:cNvPr id="117" name="">
            <a:extLst xmlns:a="http://schemas.openxmlformats.org/drawingml/2006/main">
              <a:ext uri="{FF2B5EF4-FFF2-40B4-BE49-F238E27FC236}">
                <a16:creationId xmlns:a16="http://schemas.microsoft.com/office/drawing/2014/main" id="{39D2C661-AFF0-42A8-9842-1CDCC8E15799}"/>
              </a:ext>
            </a:extLst>
          </p:cNvPr>
          <p:cNvSpPr>
            <a:spLocks xmlns:a="http://schemas.openxmlformats.org/drawingml/2006/main" noGrp="1"/>
          </p:cNvSpPr>
          <p:nvPr/>
        </p:nvSpPr>
        <p:spPr>
          <a:xfrm xmlns:a="http://schemas.openxmlformats.org/drawingml/2006/main">
            <a:off x="4991100" y="3257550"/>
            <a:ext cx="3714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eaLnBrk="0" latinLnBrk="0">
              <a:lnSpc>
                <a:spcPct val="123000"/>
              </a:lnSpc>
              <a:buNone/>
              <a:defRPr sz="1538" b="0" lang="ko-KR">
                <a:solidFill>
                  <a:srgbClr val="24292F"/>
                </a:solidFill>
                <a:latin typeface="맑은 고딕"/>
                <a:ea typeface="맑은 고딕"/>
                <a:cs typeface="맑은 고딕"/>
              </a:defRPr>
            </a:pPr>
            <a:r>
              <a:rPr sz="1538" b="0" lang="ko-KR">
                <a:solidFill>
                  <a:srgbClr val="24292F"/>
                </a:solidFill>
                <a:latin typeface="맑은 고딕"/>
                <a:ea typeface="맑은 고딕"/>
                <a:cs typeface="맑은 고딕"/>
              </a:rPr>
              <a:t>목표와 기한에 답하고, 후보를</a:t>
            </a:r>
          </a:p>
          <a:p xmlns:a="http://schemas.openxmlformats.org/drawingml/2006/main">
            <a:pPr algn="l" eaLnBrk="0" latinLnBrk="0">
              <a:lnSpc>
                <a:spcPct val="123000"/>
              </a:lnSpc>
              <a:buNone/>
              <a:defRPr sz="1538" b="0" lang="ko-KR">
                <a:solidFill>
                  <a:srgbClr val="24292F"/>
                </a:solidFill>
                <a:latin typeface="맑은 고딕"/>
                <a:ea typeface="맑은 고딕"/>
                <a:cs typeface="맑은 고딕"/>
              </a:defRPr>
            </a:pPr>
            <a:r>
              <a:rPr sz="1538" b="0" lang="ko-KR">
                <a:solidFill>
                  <a:srgbClr val="24292F"/>
                </a:solidFill>
                <a:latin typeface="맑은 고딕"/>
                <a:ea typeface="맑은 고딕"/>
                <a:cs typeface="맑은 고딕"/>
              </a:rPr>
              <a:t>집중, 유지, 보류로 직접 나눈다.</a:t>
            </a:r>
          </a:p>
        </p:txBody>
      </p:sp>
      <p:sp>
        <p:nvSpPr>
          <p:cNvPr id="118" name="">
            <a:extLst xmlns:a="http://schemas.openxmlformats.org/drawingml/2006/main">
              <a:ext uri="{FF2B5EF4-FFF2-40B4-BE49-F238E27FC236}">
                <a16:creationId xmlns:a16="http://schemas.microsoft.com/office/drawing/2014/main" id="{99C98D5C-25D6-40C8-B064-68BEC9DD96BD}"/>
              </a:ext>
            </a:extLst>
          </p:cNvPr>
          <p:cNvSpPr>
            <a:spLocks xmlns:a="http://schemas.openxmlformats.org/drawingml/2006/main" noGrp="1"/>
          </p:cNvSpPr>
          <p:nvPr/>
        </p:nvSpPr>
        <p:spPr>
          <a:xfrm xmlns:a="http://schemas.openxmlformats.org/drawingml/2006/main">
            <a:off x="4991100" y="4038600"/>
            <a:ext cx="3714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eaLnBrk="0" latinLnBrk="0">
              <a:lnSpc>
                <a:spcPct val="123000"/>
              </a:lnSpc>
              <a:buNone/>
              <a:defRPr sz="1613" b="1" lang="ko-KR">
                <a:solidFill>
                  <a:srgbClr val="3B5AA8"/>
                </a:solidFill>
                <a:latin typeface="맑은 고딕"/>
                <a:ea typeface="맑은 고딕"/>
                <a:cs typeface="맑은 고딕"/>
              </a:defRPr>
            </a:pPr>
            <a:r>
              <a:rPr sz="1613" b="1" lang="ko-KR">
                <a:solidFill>
                  <a:srgbClr val="3B5AA8"/>
                </a:solidFill>
                <a:latin typeface="맑은 고딕"/>
                <a:ea typeface="맑은 고딕"/>
                <a:cs typeface="맑은 고딕"/>
              </a:rPr>
              <a:t>구현 방식</a:t>
            </a:r>
          </a:p>
        </p:txBody>
      </p:sp>
      <p:sp>
        <p:nvSpPr>
          <p:cNvPr id="119" name="">
            <a:extLst xmlns:a="http://schemas.openxmlformats.org/drawingml/2006/main">
              <a:ext uri="{FF2B5EF4-FFF2-40B4-BE49-F238E27FC236}">
                <a16:creationId xmlns:a16="http://schemas.microsoft.com/office/drawing/2014/main" id="{E8D14C58-3A85-458F-8437-596DB4564C74}"/>
              </a:ext>
            </a:extLst>
          </p:cNvPr>
          <p:cNvSpPr>
            <a:spLocks xmlns:a="http://schemas.openxmlformats.org/drawingml/2006/main" noGrp="1"/>
          </p:cNvSpPr>
          <p:nvPr/>
        </p:nvSpPr>
        <p:spPr>
          <a:xfrm xmlns:a="http://schemas.openxmlformats.org/drawingml/2006/main">
            <a:off x="4991100" y="4352925"/>
            <a:ext cx="371475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eaLnBrk="0" latinLnBrk="0">
              <a:lnSpc>
                <a:spcPct val="123000"/>
              </a:lnSpc>
              <a:buNone/>
              <a:defRPr sz="1538" b="0" lang="ko-KR">
                <a:solidFill>
                  <a:srgbClr val="24292F"/>
                </a:solidFill>
                <a:latin typeface="맑은 고딕"/>
                <a:ea typeface="맑은 고딕"/>
                <a:cs typeface="맑은 고딕"/>
              </a:defRPr>
            </a:pPr>
            <a:r>
              <a:rPr sz="1538" b="0" lang="ko-KR">
                <a:solidFill>
                  <a:srgbClr val="24292F"/>
                </a:solidFill>
                <a:latin typeface="맑은 고딕"/>
                <a:ea typeface="맑은 고딕"/>
                <a:cs typeface="맑은 고딕"/>
              </a:rPr>
              <a:t>부족한 정보만 물어 목표를 만든다.</a:t>
            </a:r>
          </a:p>
          <a:p xmlns:a="http://schemas.openxmlformats.org/drawingml/2006/main">
            <a:pPr algn="l" eaLnBrk="0" latinLnBrk="0">
              <a:lnSpc>
                <a:spcPct val="123000"/>
              </a:lnSpc>
              <a:buNone/>
              <a:defRPr sz="1538" b="0" lang="ko-KR">
                <a:solidFill>
                  <a:srgbClr val="24292F"/>
                </a:solidFill>
                <a:latin typeface="맑은 고딕"/>
                <a:ea typeface="맑은 고딕"/>
                <a:cs typeface="맑은 고딕"/>
              </a:defRPr>
            </a:pPr>
            <a:r>
              <a:rPr sz="1538" b="0" lang="ko-KR">
                <a:solidFill>
                  <a:srgbClr val="24292F"/>
                </a:solidFill>
                <a:latin typeface="맑은 고딕"/>
                <a:ea typeface="맑은 고딕"/>
                <a:cs typeface="맑은 고딕"/>
              </a:rPr>
              <a:t>보류한 목표는 계획에서 뺀다.</a:t>
            </a:r>
          </a:p>
        </p:txBody>
      </p:sp>
      <p:sp>
        <p:nvSpPr>
          <p:cNvPr id="120" name="">
            <a:extLst xmlns:a="http://schemas.openxmlformats.org/drawingml/2006/main">
              <a:ext uri="{FF2B5EF4-FFF2-40B4-BE49-F238E27FC236}">
                <a16:creationId xmlns:a16="http://schemas.microsoft.com/office/drawing/2014/main" id="{EB390E7F-654D-45FE-8CA8-FD7C24A53C25}"/>
              </a:ext>
            </a:extLst>
          </p:cNvPr>
          <p:cNvSpPr>
            <a:spLocks xmlns:a="http://schemas.openxmlformats.org/drawingml/2006/main" noGrp="1"/>
          </p:cNvSpPr>
          <p:nvPr/>
        </p:nvSpPr>
        <p:spPr>
          <a:xfrm xmlns:a="http://schemas.openxmlformats.org/drawingml/2006/main">
            <a:off x="4991100" y="5238750"/>
            <a:ext cx="3714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eaLnBrk="0" latinLnBrk="0">
              <a:lnSpc>
                <a:spcPct val="123000"/>
              </a:lnSpc>
              <a:buNone/>
              <a:defRPr sz="1613" b="1" lang="ko-KR">
                <a:solidFill>
                  <a:srgbClr val="9E472F"/>
                </a:solidFill>
                <a:latin typeface="맑은 고딕"/>
                <a:ea typeface="맑은 고딕"/>
                <a:cs typeface="맑은 고딕"/>
              </a:defRPr>
            </a:pPr>
            <a:r>
              <a:rPr sz="1613" b="1" lang="ko-KR">
                <a:solidFill>
                  <a:srgbClr val="9E472F"/>
                </a:solidFill>
                <a:latin typeface="맑은 고딕"/>
                <a:ea typeface="맑은 고딕"/>
                <a:cs typeface="맑은 고딕"/>
              </a:rPr>
              <a:t>사용자 변화</a:t>
            </a:r>
          </a:p>
        </p:txBody>
      </p:sp>
      <p:sp>
        <p:nvSpPr>
          <p:cNvPr id="121" name="">
            <a:extLst xmlns:a="http://schemas.openxmlformats.org/drawingml/2006/main">
              <a:ext uri="{FF2B5EF4-FFF2-40B4-BE49-F238E27FC236}">
                <a16:creationId xmlns:a16="http://schemas.microsoft.com/office/drawing/2014/main" id="{DC1F05FA-2080-4068-9221-3156D90EE354}"/>
              </a:ext>
            </a:extLst>
          </p:cNvPr>
          <p:cNvSpPr>
            <a:spLocks xmlns:a="http://schemas.openxmlformats.org/drawingml/2006/main" noGrp="1"/>
          </p:cNvSpPr>
          <p:nvPr/>
        </p:nvSpPr>
        <p:spPr>
          <a:xfrm xmlns:a="http://schemas.openxmlformats.org/drawingml/2006/main">
            <a:off x="4991100" y="5553075"/>
            <a:ext cx="3714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eaLnBrk="0" latinLnBrk="0">
              <a:lnSpc>
                <a:spcPct val="123000"/>
              </a:lnSpc>
              <a:buNone/>
              <a:defRPr sz="1538" b="0" lang="ko-KR">
                <a:solidFill>
                  <a:srgbClr val="24292F"/>
                </a:solidFill>
                <a:latin typeface="맑은 고딕"/>
                <a:ea typeface="맑은 고딕"/>
                <a:cs typeface="맑은 고딕"/>
              </a:defRPr>
            </a:pPr>
            <a:r>
              <a:rPr sz="1538" b="0" lang="ko-KR">
                <a:solidFill>
                  <a:srgbClr val="24292F"/>
                </a:solidFill>
                <a:latin typeface="맑은 고딕"/>
                <a:ea typeface="맑은 고딕"/>
                <a:cs typeface="맑은 고딕"/>
              </a:rPr>
              <a:t>지금 집중할 목표와 미룰 목표를</a:t>
            </a:r>
          </a:p>
          <a:p xmlns:a="http://schemas.openxmlformats.org/drawingml/2006/main">
            <a:pPr algn="l" eaLnBrk="0" latinLnBrk="0">
              <a:lnSpc>
                <a:spcPct val="123000"/>
              </a:lnSpc>
              <a:buNone/>
              <a:defRPr sz="1538" b="0" lang="ko-KR">
                <a:solidFill>
                  <a:srgbClr val="24292F"/>
                </a:solidFill>
                <a:latin typeface="맑은 고딕"/>
                <a:ea typeface="맑은 고딕"/>
                <a:cs typeface="맑은 고딕"/>
              </a:defRPr>
            </a:pPr>
            <a:r>
              <a:rPr sz="1538" b="0" lang="ko-KR">
                <a:solidFill>
                  <a:srgbClr val="24292F"/>
                </a:solidFill>
                <a:latin typeface="맑은 고딕"/>
                <a:ea typeface="맑은 고딕"/>
                <a:cs typeface="맑은 고딕"/>
              </a:rPr>
              <a:t>구분하고, 계획에 쓸 조건을 정한다.</a:t>
            </a:r>
          </a:p>
        </p:txBody>
      </p:sp>
      <p:sp>
        <p:nvSpPr>
          <p:cNvPr id="122" name="">
            <a:extLst xmlns:a="http://schemas.openxmlformats.org/drawingml/2006/main">
              <a:ext uri="{FF2B5EF4-FFF2-40B4-BE49-F238E27FC236}">
                <a16:creationId xmlns:a16="http://schemas.microsoft.com/office/drawing/2014/main" id="{0006C4B0-FC12-4728-ADDA-4567E14C840F}"/>
              </a:ext>
            </a:extLst>
          </p:cNvPr>
          <p:cNvSpPr>
            <a:spLocks xmlns:a="http://schemas.openxmlformats.org/drawingml/2006/main" noGrp="1"/>
          </p:cNvSpPr>
          <p:nvPr/>
        </p:nvSpPr>
        <p:spPr>
          <a:xfrm xmlns:a="http://schemas.openxmlformats.org/drawingml/2006/main">
            <a:off x="419100" y="6296025"/>
            <a:ext cx="2095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eaLnBrk="0" latinLnBrk="0">
              <a:lnSpc>
                <a:spcPct val="123000"/>
              </a:lnSpc>
              <a:buNone/>
              <a:defRPr sz="863" b="0" lang="ko-KR">
                <a:solidFill>
                  <a:srgbClr val="5B6570"/>
                </a:solidFill>
                <a:latin typeface="맑은 고딕"/>
                <a:ea typeface="맑은 고딕"/>
                <a:cs typeface="맑은 고딕"/>
              </a:defRPr>
            </a:pPr>
            <a:r>
              <a:rPr sz="863" b="0" lang="ko-KR">
                <a:solidFill>
                  <a:srgbClr val="5B6570"/>
                </a:solidFill>
                <a:latin typeface="맑은 고딕"/>
                <a:ea typeface="맑은 고딕"/>
                <a:cs typeface="맑은 고딕"/>
              </a:rPr>
              <a:t>목표와 실행 조건에 답하기</a:t>
            </a:r>
          </a:p>
        </p:txBody>
      </p:sp>
      <p:sp>
        <p:nvSpPr>
          <p:cNvPr id="123" name="">
            <a:extLst xmlns:a="http://schemas.openxmlformats.org/drawingml/2006/main">
              <a:ext uri="{FF2B5EF4-FFF2-40B4-BE49-F238E27FC236}">
                <a16:creationId xmlns:a16="http://schemas.microsoft.com/office/drawing/2014/main" id="{45BEB111-EE21-4131-85E0-EEEAAC2B431F}"/>
              </a:ext>
            </a:extLst>
          </p:cNvPr>
          <p:cNvSpPr>
            <a:spLocks xmlns:a="http://schemas.openxmlformats.org/drawingml/2006/main" noGrp="1"/>
          </p:cNvSpPr>
          <p:nvPr/>
        </p:nvSpPr>
        <p:spPr>
          <a:xfrm xmlns:a="http://schemas.openxmlformats.org/drawingml/2006/main">
            <a:off x="2647950" y="6296025"/>
            <a:ext cx="2095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eaLnBrk="0" latinLnBrk="0">
              <a:lnSpc>
                <a:spcPct val="123000"/>
              </a:lnSpc>
              <a:buNone/>
              <a:defRPr sz="863" b="0" lang="ko-KR">
                <a:solidFill>
                  <a:srgbClr val="5B6570"/>
                </a:solidFill>
                <a:latin typeface="맑은 고딕"/>
                <a:ea typeface="맑은 고딕"/>
                <a:cs typeface="맑은 고딕"/>
              </a:defRPr>
            </a:pPr>
            <a:r>
              <a:rPr sz="863" b="0" lang="ko-KR">
                <a:solidFill>
                  <a:srgbClr val="5B6570"/>
                </a:solidFill>
                <a:latin typeface="맑은 고딕"/>
                <a:ea typeface="맑은 고딕"/>
                <a:cs typeface="맑은 고딕"/>
              </a:rPr>
              <a:t>목표별 우선순위 정하기</a:t>
            </a:r>
          </a:p>
        </p:txBody>
      </p:sp>
      <p:sp>
        <p:nvSpPr>
          <p:cNvPr id="124" name="">
            <a:extLst xmlns:a="http://schemas.openxmlformats.org/drawingml/2006/main">
              <a:ext uri="{FF2B5EF4-FFF2-40B4-BE49-F238E27FC236}">
                <a16:creationId xmlns:a16="http://schemas.microsoft.com/office/drawing/2014/main" id="{7606D7EE-3AE1-453A-8363-24AED43F2584}"/>
              </a:ext>
            </a:extLst>
          </p:cNvPr>
          <p:cNvSpPr>
            <a:spLocks xmlns:a="http://schemas.openxmlformats.org/drawingml/2006/main" noGrp="1"/>
          </p:cNvSpPr>
          <p:nvPr/>
        </p:nvSpPr>
        <p:spPr>
          <a:xfrm xmlns:a="http://schemas.openxmlformats.org/drawingml/2006/main">
            <a:off x="4991100" y="6296025"/>
            <a:ext cx="3714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eaLnBrk="0" latinLnBrk="0">
              <a:lnSpc>
                <a:spcPct val="123000"/>
              </a:lnSpc>
              <a:buNone/>
              <a:defRPr sz="863" b="0" lang="ko-KR">
                <a:solidFill>
                  <a:srgbClr val="5B6570"/>
                </a:solidFill>
                <a:latin typeface="맑은 고딕"/>
                <a:ea typeface="맑은 고딕"/>
                <a:cs typeface="맑은 고딕"/>
              </a:defRPr>
            </a:pPr>
            <a:r>
              <a:rPr sz="863" b="0" lang="ko-KR">
                <a:solidFill>
                  <a:srgbClr val="5B6570"/>
                </a:solidFill>
                <a:latin typeface="맑은 고딕"/>
                <a:ea typeface="맑은 고딕"/>
                <a:cs typeface="맑은 고딕"/>
              </a:rPr>
              <a:t>실제 UI, 시연용 예시 데이터.</a:t>
            </a:r>
          </a:p>
        </p:txBody>
      </p:sp>
    </p:spTree>
    <p:extLst>
      <p:ext uri="{BB962C8B-B14F-4D97-AF65-F5344CB8AC3E}">
        <p14:creationId xmlns:p14="http://schemas.microsoft.com/office/powerpoint/2010/main" val="3195766679"/>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4" name="직사각형 23">
            <a:extLst xmlns:a="http://schemas.openxmlformats.org/drawingml/2006/main">
              <a:ext uri="{FF2B5EF4-FFF2-40B4-BE49-F238E27FC236}">
                <a16:creationId xmlns:a16="http://schemas.microsoft.com/office/drawing/2014/main" id="{87FE247D-BCD8-49C9-AB08-42C204606102}"/>
              </a:ext>
            </a:extLst>
          </p:cNvPr>
          <p:cNvSpPr>
            <a:spLocks xmlns:a="http://schemas.openxmlformats.org/drawingml/2006/main" noGrp="1"/>
          </p:cNvSpPr>
          <p:nvPr/>
        </p:nvSpPr>
        <p:spPr>
          <a:xfrm xmlns:a="http://schemas.openxmlformats.org/drawingml/2006/main">
            <a:off x="107504" y="0"/>
            <a:ext cx="3096344" cy="1124744"/>
          </a:xfrm>
          <a:prstGeom xmlns:a="http://schemas.openxmlformats.org/drawingml/2006/main" prst="rect">
            <a:avLst/>
          </a:prstGeom>
          <a:solidFill xmlns:a="http://schemas.openxmlformats.org/drawingml/2006/main">
            <a:srgbClr val="3B5AA8"/>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eaLnBrk="0" latinLnBrk="0">
              <a:buNone/>
            </a:pPr>
            <a:endParaRPr lang="ko-KR"/>
          </a:p>
        </p:txBody>
      </p:sp>
      <p:sp>
        <p:nvSpPr>
          <p:cNvPr id="25" name="직선 연결선 24">
            <a:extLst xmlns:a="http://schemas.openxmlformats.org/drawingml/2006/main">
              <a:ext uri="{FF2B5EF4-FFF2-40B4-BE49-F238E27FC236}">
                <a16:creationId xmlns:a16="http://schemas.microsoft.com/office/drawing/2014/main" id="{56E72A93-616C-44BF-B205-95E477EF8F6D}"/>
              </a:ext>
            </a:extLst>
          </p:cNvPr>
          <p:cNvSpPr>
            <a:spLocks xmlns:a="http://schemas.openxmlformats.org/drawingml/2006/main" noGrp="1"/>
          </p:cNvSpPr>
          <p:nvPr/>
        </p:nvSpPr>
        <p:spPr>
          <a:xfrm xmlns:a="http://schemas.openxmlformats.org/drawingml/2006/main">
            <a:off x="424356" y="541195"/>
            <a:ext cx="2591728" cy="0"/>
          </a:xfrm>
          <a:prstGeom xmlns:a="http://schemas.openxmlformats.org/drawingml/2006/main" prst="line">
            <a:avLst/>
          </a:prstGeom>
          <a:ln xmlns:a="http://schemas.openxmlformats.org/drawingml/2006/main" w="28575">
            <a:solidFill>
              <a:schemeClr val="bg1">
                <a:lumMod val="95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txBody>
          <a:bodyPr xmlns:a="http://schemas.openxmlformats.org/drawingml/2006/main"/>
          <a:lstStyle xmlns:a="http://schemas.openxmlformats.org/drawingml/2006/main"/>
          <a:p xmlns:a="http://schemas.openxmlformats.org/drawingml/2006/main">
            <a:pPr eaLnBrk="0" latinLnBrk="0">
              <a:buNone/>
            </a:pPr>
            <a:endParaRPr lang="ko-KR"/>
          </a:p>
        </p:txBody>
      </p:sp>
      <p:sp>
        <p:nvSpPr>
          <p:cNvPr id="26" name="직선 연결선 25">
            <a:extLst xmlns:a="http://schemas.openxmlformats.org/drawingml/2006/main">
              <a:ext uri="{FF2B5EF4-FFF2-40B4-BE49-F238E27FC236}">
                <a16:creationId xmlns:a16="http://schemas.microsoft.com/office/drawing/2014/main" id="{072C1394-538A-4BCF-9224-0784E0A048B3}"/>
              </a:ext>
            </a:extLst>
          </p:cNvPr>
          <p:cNvSpPr>
            <a:spLocks xmlns:a="http://schemas.openxmlformats.org/drawingml/2006/main" noGrp="1"/>
          </p:cNvSpPr>
          <p:nvPr/>
        </p:nvSpPr>
        <p:spPr>
          <a:xfrm xmlns:a="http://schemas.openxmlformats.org/drawingml/2006/main">
            <a:off x="3275856" y="548680"/>
            <a:ext cx="5328592" cy="0"/>
          </a:xfrm>
          <a:prstGeom xmlns:a="http://schemas.openxmlformats.org/drawingml/2006/main" prst="line">
            <a:avLst/>
          </a:prstGeom>
          <a:ln xmlns:a="http://schemas.openxmlformats.org/drawingml/2006/main" w="28575">
            <a:solidFill>
              <a:srgbClr val="3B5AA8"/>
            </a:solidFill>
          </a:ln>
        </p:spPr>
        <p:style>
          <a:lnRef xmlns:a="http://schemas.openxmlformats.org/drawingml/2006/main" idx="1">
            <a:schemeClr val="accent4"/>
          </a:lnRef>
          <a:fillRef xmlns:a="http://schemas.openxmlformats.org/drawingml/2006/main" idx="0">
            <a:schemeClr val="accent4"/>
          </a:fillRef>
          <a:effectRef xmlns:a="http://schemas.openxmlformats.org/drawingml/2006/main" idx="0">
            <a:schemeClr val="accent4"/>
          </a:effectRef>
          <a:fontRef xmlns:a="http://schemas.openxmlformats.org/drawingml/2006/main" idx="minor">
            <a:schemeClr val="tx1"/>
          </a:fontRef>
        </p:style>
        <p:txBody>
          <a:bodyPr xmlns:a="http://schemas.openxmlformats.org/drawingml/2006/main"/>
          <a:lstStyle xmlns:a="http://schemas.openxmlformats.org/drawingml/2006/main"/>
          <a:p xmlns:a="http://schemas.openxmlformats.org/drawingml/2006/main">
            <a:pPr eaLnBrk="0" latinLnBrk="0">
              <a:buNone/>
            </a:pPr>
            <a:endParaRPr lang="ko-KR"/>
          </a:p>
        </p:txBody>
      </p:sp>
      <p:sp>
        <p:nvSpPr>
          <p:cNvPr id="27" name="제목 12">
            <a:extLst xmlns:a="http://schemas.openxmlformats.org/drawingml/2006/main">
              <a:ext uri="{FF2B5EF4-FFF2-40B4-BE49-F238E27FC236}">
                <a16:creationId xmlns:a16="http://schemas.microsoft.com/office/drawing/2014/main" id="{99D20B54-FBA0-40C2-B7F4-249D25DD9104}"/>
              </a:ext>
            </a:extLst>
          </p:cNvPr>
          <p:cNvSpPr>
            <a:spLocks xmlns:a="http://schemas.openxmlformats.org/drawingml/2006/main" noGrp="1"/>
          </p:cNvSpPr>
          <p:nvPr/>
        </p:nvSpPr>
        <p:spPr>
          <a:xfrm xmlns:a="http://schemas.openxmlformats.org/drawingml/2006/main">
            <a:off x="323528" y="692696"/>
            <a:ext cx="2880320" cy="296631"/>
          </a:xfrm>
          <a:prstGeom xmlns:a="http://schemas.openxmlformats.org/drawingml/2006/main" prst="rect">
            <a:avLst/>
          </a:prstGeom>
        </p:spPr>
        <p:txBody>
          <a:bodyPr xmlns:a="http://schemas.openxmlformats.org/drawingml/2006/main" vert="horz" lIns="91440" tIns="45720" rIns="91440" bIns="45720" anchor="t">
            <a:noAutofit/>
          </a:bodyPr>
          <a:lstStyle xmlns:a="http://schemas.openxmlformats.org/drawingml/2006/main"/>
          <a:p xmlns:a="http://schemas.openxmlformats.org/drawingml/2006/main">
            <a:pPr marL="0" marR="0" lvl="0" indent="0" algn="l" defTabSz="914400" eaLnBrk="0" latinLnBrk="0">
              <a:lnSpc>
                <a:spcPct val="100000"/>
              </a:lnSpc>
              <a:spcBef>
                <a:spcPct val="0"/>
              </a:spcBef>
              <a:spcAft>
                <a:spcPts val="0"/>
              </a:spcAft>
              <a:buClrTx/>
              <a:buSzTx/>
              <a:buFontTx/>
              <a:buNone/>
              <a:defRPr sz="1700" b="1" lang="ko-KR">
                <a:solidFill>
                  <a:srgbClr val="FFFFFF"/>
                </a:solidFill>
                <a:latin typeface="맑은 고딕"/>
                <a:ea typeface="맑은 고딕"/>
                <a:cs typeface="맑은 고딕"/>
              </a:defRPr>
            </a:pPr>
            <a:r>
              <a:rPr sz="1700" b="1" i="0" u="none" cap="none" spc="0" lang="ko-KR">
                <a:ln>
                  <a:noFill/>
                </a:ln>
                <a:solidFill>
                  <a:srgbClr val="FFFFFF"/>
                </a:solidFill>
                <a:latin typeface="맑은 고딕"/>
                <a:ea typeface="맑은 고딕"/>
                <a:cs typeface="맑은 고딕"/>
              </a:rPr>
              <a:t>화면 설계서</a:t>
            </a:r>
            <a:endParaRPr sz="1700" b="0" i="0" u="none" kern="1200" cap="none" spc="-50" baseline="0" lang="ko-KR">
              <a:ln>
                <a:noFill/>
              </a:ln>
              <a:solidFill>
                <a:schemeClr val="bg1"/>
              </a:solidFill>
              <a:latin typeface="+mn-ea"/>
              <a:ea typeface="+mn-ea"/>
              <a:cs typeface="+mn-ea"/>
            </a:endParaRPr>
          </a:p>
        </p:txBody>
      </p:sp>
      <p:pic>
        <p:nvPicPr>
          <p:cNvPr id="116" name="Picture 2"/>
          <p:cNvPicPr>
            <a:picLocks xmlns:a="http://schemas.openxmlformats.org/drawingml/2006/main" noChangeAspect="1"/>
          </p:cNvPicPr>
          <p:nvPr/>
        </p:nvPicPr>
        <p:blipFill>
          <a:blip xmlns:r="http://schemas.openxmlformats.org/officeDocument/2006/relationships" xmlns:a="http://schemas.openxmlformats.org/drawingml/2006/main" r:embed="R293d8d1b45d14075"/>
          <a:srcRect xmlns:a="http://schemas.openxmlformats.org/drawingml/2006/main" l="0" t="0" r="0" b="0"/>
          <a:stretch xmlns:a="http://schemas.openxmlformats.org/drawingml/2006/main">
            <a:fillRect l="0" t="0" r="0" b="0"/>
          </a:stretch>
        </p:blipFill>
        <p:spPr>
          <a:xfrm xmlns:a="http://schemas.openxmlformats.org/drawingml/2006/main">
            <a:off x="8676456" y="476671"/>
            <a:ext cx="454960" cy="158965"/>
          </a:xfrm>
          <a:prstGeom xmlns:a="http://schemas.openxmlformats.org/drawingml/2006/main" prst="rect">
            <a:avLst/>
          </a:prstGeom>
          <a:ln xmlns:a="http://schemas.openxmlformats.org/drawingml/2006/main" w="9525">
            <a:noFill/>
            <a:miter/>
          </a:ln>
        </p:spPr>
      </p:pic>
      <p:sp>
        <p:nvSpPr>
          <p:cNvPr id="32" name="막힌 원호 31">
            <a:extLst xmlns:a="http://schemas.openxmlformats.org/drawingml/2006/main">
              <a:ext uri="{FF2B5EF4-FFF2-40B4-BE49-F238E27FC236}">
                <a16:creationId xmlns:a16="http://schemas.microsoft.com/office/drawing/2014/main" id="{9618B776-B49F-4D0C-880D-07488DEBF76A}"/>
              </a:ext>
            </a:extLst>
          </p:cNvPr>
          <p:cNvSpPr>
            <a:spLocks xmlns:a="http://schemas.openxmlformats.org/drawingml/2006/main" noGrp="1"/>
          </p:cNvSpPr>
          <p:nvPr/>
        </p:nvSpPr>
        <p:spPr>
          <a:xfrm xmlns:a="http://schemas.openxmlformats.org/drawingml/2006/main" flipV="1">
            <a:off x="-577697" y="-576001"/>
            <a:ext cx="1181047" cy="1167213"/>
          </a:xfrm>
          <a:prstGeom xmlns:a="http://schemas.openxmlformats.org/drawingml/2006/main" prst="blockArc">
            <a:avLst>
              <a:gd name="adj1" fmla="val 16158679"/>
              <a:gd name="adj2" fmla="val 0"/>
              <a:gd name="adj3" fmla="val 25000"/>
            </a:avLst>
          </a:prstGeom>
          <a:solidFill xmlns:a="http://schemas.openxmlformats.org/drawingml/2006/main">
            <a:schemeClr val="bg1"/>
          </a:solidFill>
          <a:ln xmlns:a="http://schemas.openxmlformats.org/drawingml/2006/main">
            <a:solidFill>
              <a:schemeClr val="bg1"/>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eaLnBrk="0" latinLnBrk="0">
              <a:buNone/>
            </a:pPr>
            <a:endParaRPr lang="ko-KR">
              <a:solidFill>
                <a:schemeClr val="tx1"/>
              </a:solidFill>
            </a:endParaRPr>
          </a:p>
        </p:txBody>
      </p:sp>
      <p:sp>
        <p:nvSpPr>
          <p:cNvPr id="87" name="직사각형 86">
            <a:extLst xmlns:a="http://schemas.openxmlformats.org/drawingml/2006/main">
              <a:ext uri="{FF2B5EF4-FFF2-40B4-BE49-F238E27FC236}">
                <a16:creationId xmlns:a16="http://schemas.microsoft.com/office/drawing/2014/main" id="{CFFE5139-0005-4B54-9D32-A7942BD529B0}"/>
              </a:ext>
            </a:extLst>
          </p:cNvPr>
          <p:cNvSpPr>
            <a:spLocks xmlns:a="http://schemas.openxmlformats.org/drawingml/2006/main" noGrp="1"/>
          </p:cNvSpPr>
          <p:nvPr/>
        </p:nvSpPr>
        <p:spPr>
          <a:xfrm xmlns:a="http://schemas.openxmlformats.org/drawingml/2006/main">
            <a:off x="400050" y="1238250"/>
            <a:ext cx="83248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eaLnBrk="0" latinLnBrk="0">
              <a:lnSpc>
                <a:spcPct val="125000"/>
              </a:lnSpc>
              <a:buNone/>
              <a:defRPr sz="2100" b="1" lang="ko-KR">
                <a:solidFill>
                  <a:srgbClr val="24292F"/>
                </a:solidFill>
                <a:latin typeface="맑은 고딕"/>
                <a:ea typeface="맑은 고딕"/>
                <a:cs typeface="맑은 고딕"/>
              </a:defRPr>
            </a:pPr>
            <a:r>
              <a:rPr sz="2100" b="1" lang="ko-KR">
                <a:solidFill>
                  <a:srgbClr val="24292F"/>
                </a:solidFill>
                <a:latin typeface="맑은 고딕"/>
                <a:ea typeface="맑은 고딕"/>
                <a:cs typeface="맑은 고딕"/>
              </a:rPr>
              <a:t>AI 주간 계획 생성과 승인</a:t>
            </a:r>
          </a:p>
        </p:txBody>
      </p:sp>
      <p:sp>
        <p:nvSpPr>
          <p:cNvPr id="88" name="직사각형 87">
            <a:extLst xmlns:a="http://schemas.openxmlformats.org/drawingml/2006/main">
              <a:ext uri="{FF2B5EF4-FFF2-40B4-BE49-F238E27FC236}">
                <a16:creationId xmlns:a16="http://schemas.microsoft.com/office/drawing/2014/main" id="{8E7AF5B6-BBB1-44CA-AB6D-ECF9DDCAB4BE}"/>
              </a:ext>
            </a:extLst>
          </p:cNvPr>
          <p:cNvSpPr>
            <a:spLocks xmlns:a="http://schemas.openxmlformats.org/drawingml/2006/main" noGrp="1"/>
          </p:cNvSpPr>
          <p:nvPr/>
        </p:nvSpPr>
        <p:spPr>
          <a:xfrm xmlns:a="http://schemas.openxmlformats.org/drawingml/2006/main">
            <a:off x="419100" y="6524625"/>
            <a:ext cx="69532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eaLnBrk="0" latinLnBrk="0">
              <a:buNone/>
              <a:defRPr sz="900" b="0" lang="ko-KR">
                <a:solidFill>
                  <a:srgbClr val="5B6570"/>
                </a:solidFill>
                <a:latin typeface="맑은 고딕"/>
                <a:ea typeface="맑은 고딕"/>
                <a:cs typeface="맑은 고딕"/>
              </a:defRPr>
            </a:pPr>
            <a:r>
              <a:rPr sz="900" b="0" lang="ko-KR">
                <a:solidFill>
                  <a:srgbClr val="5B6570"/>
                </a:solidFill>
                <a:latin typeface="맑은 고딕"/>
                <a:ea typeface="맑은 고딕"/>
                <a:cs typeface="맑은 고딕"/>
              </a:rPr>
              <a:t>핵심 1 / 승인한 계획으로 오늘 실행 시작</a:t>
            </a:r>
          </a:p>
        </p:txBody>
      </p:sp>
      <p:sp>
        <p:nvSpPr>
          <p:cNvPr id="89" name="직사각형 88">
            <a:extLst xmlns:a="http://schemas.openxmlformats.org/drawingml/2006/main">
              <a:ext uri="{FF2B5EF4-FFF2-40B4-BE49-F238E27FC236}">
                <a16:creationId xmlns:a16="http://schemas.microsoft.com/office/drawing/2014/main" id="{D6FBA6AC-12E2-46A7-A820-A34FEB71C1FC}"/>
              </a:ext>
            </a:extLst>
          </p:cNvPr>
          <p:cNvSpPr>
            <a:spLocks xmlns:a="http://schemas.openxmlformats.org/drawingml/2006/main" noGrp="1"/>
          </p:cNvSpPr>
          <p:nvPr/>
        </p:nvSpPr>
        <p:spPr>
          <a:xfrm xmlns:a="http://schemas.openxmlformats.org/drawingml/2006/main">
            <a:off x="8334375" y="6524625"/>
            <a:ext cx="4000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eaLnBrk="0" latinLnBrk="0">
              <a:buNone/>
              <a:defRPr sz="900" b="0" lang="ko-KR">
                <a:solidFill>
                  <a:srgbClr val="5B6570"/>
                </a:solidFill>
                <a:latin typeface="맑은 고딕"/>
                <a:ea typeface="맑은 고딕"/>
                <a:cs typeface="맑은 고딕"/>
              </a:defRPr>
            </a:pPr>
            <a:r>
              <a:rPr sz="900" b="0" lang="ko-KR">
                <a:solidFill>
                  <a:srgbClr val="5B6570"/>
                </a:solidFill>
                <a:latin typeface="맑은 고딕"/>
                <a:ea typeface="맑은 고딕"/>
                <a:cs typeface="맑은 고딕"/>
              </a:rPr>
              <a:t>05</a:t>
            </a:r>
          </a:p>
        </p:txBody>
      </p:sp>
      <p:pic>
        <p:nvPicPr>
          <p:cNvPr id="121" name="그림 108"/>
          <p:cNvPicPr>
            <a:picLocks xmlns:a="http://schemas.openxmlformats.org/drawingml/2006/main" noChangeAspect="1"/>
          </p:cNvPicPr>
          <p:nvPr/>
        </p:nvPicPr>
        <p:blipFill>
          <a:blip xmlns:r="http://schemas.openxmlformats.org/officeDocument/2006/relationships" xmlns:a="http://schemas.openxmlformats.org/drawingml/2006/main" r:embed="R31e5bb5437624d2e"/>
          <a:stretch xmlns:a="http://schemas.openxmlformats.org/drawingml/2006/main"/>
        </p:blipFill>
        <p:spPr>
          <a:xfrm xmlns:a="http://schemas.openxmlformats.org/drawingml/2006/main">
            <a:off x="594455" y="1800225"/>
            <a:ext cx="2068640" cy="4476750"/>
          </a:xfrm>
          <a:prstGeom xmlns:a="http://schemas.openxmlformats.org/drawingml/2006/main" prst="rect">
            <a:avLst/>
          </a:prstGeom>
        </p:spPr>
      </p:pic>
      <p:sp>
        <p:nvSpPr>
          <p:cNvPr id="102" name="">
            <a:extLst xmlns:a="http://schemas.openxmlformats.org/drawingml/2006/main">
              <a:ext uri="{FF2B5EF4-FFF2-40B4-BE49-F238E27FC236}">
                <a16:creationId xmlns:a16="http://schemas.microsoft.com/office/drawing/2014/main" id="{57F05A37-7BAE-4E98-8B9A-F9331561E31A}"/>
              </a:ext>
            </a:extLst>
          </p:cNvPr>
          <p:cNvSpPr>
            <a:spLocks xmlns:a="http://schemas.openxmlformats.org/drawingml/2006/main" noGrp="1"/>
          </p:cNvSpPr>
          <p:nvPr/>
        </p:nvSpPr>
        <p:spPr>
          <a:xfrm xmlns:a="http://schemas.openxmlformats.org/drawingml/2006/main">
            <a:off x="3267075" y="1847850"/>
            <a:ext cx="54006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eaLnBrk="0" latinLnBrk="0">
              <a:lnSpc>
                <a:spcPct val="123000"/>
              </a:lnSpc>
              <a:buNone/>
              <a:defRPr sz="1613" b="1" lang="ko-KR">
                <a:solidFill>
                  <a:srgbClr val="3B5AA8"/>
                </a:solidFill>
                <a:latin typeface="맑은 고딕"/>
                <a:ea typeface="맑은 고딕"/>
                <a:cs typeface="맑은 고딕"/>
              </a:defRPr>
            </a:pPr>
            <a:r>
              <a:rPr sz="1613" b="1" lang="ko-KR">
                <a:solidFill>
                  <a:srgbClr val="3B5AA8"/>
                </a:solidFill>
                <a:latin typeface="맑은 고딕"/>
                <a:ea typeface="맑은 고딕"/>
                <a:cs typeface="맑은 고딕"/>
              </a:rPr>
              <a:t>문제</a:t>
            </a:r>
          </a:p>
        </p:txBody>
      </p:sp>
      <p:sp>
        <p:nvSpPr>
          <p:cNvPr id="103" name="">
            <a:extLst xmlns:a="http://schemas.openxmlformats.org/drawingml/2006/main">
              <a:ext uri="{FF2B5EF4-FFF2-40B4-BE49-F238E27FC236}">
                <a16:creationId xmlns:a16="http://schemas.microsoft.com/office/drawing/2014/main" id="{C9A1CEC0-158E-470B-8D8A-1971E95AAA31}"/>
              </a:ext>
            </a:extLst>
          </p:cNvPr>
          <p:cNvSpPr>
            <a:spLocks xmlns:a="http://schemas.openxmlformats.org/drawingml/2006/main" noGrp="1"/>
          </p:cNvSpPr>
          <p:nvPr/>
        </p:nvSpPr>
        <p:spPr>
          <a:xfrm xmlns:a="http://schemas.openxmlformats.org/drawingml/2006/main">
            <a:off x="3267075" y="2162175"/>
            <a:ext cx="540067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eaLnBrk="0" latinLnBrk="0">
              <a:lnSpc>
                <a:spcPct val="123000"/>
              </a:lnSpc>
              <a:buNone/>
              <a:defRPr sz="1538" b="0" lang="ko-KR">
                <a:solidFill>
                  <a:srgbClr val="24292F"/>
                </a:solidFill>
                <a:latin typeface="맑은 고딕"/>
                <a:ea typeface="맑은 고딕"/>
                <a:cs typeface="맑은 고딕"/>
              </a:defRPr>
            </a:pPr>
            <a:r>
              <a:rPr sz="1538" b="0" lang="ko-KR">
                <a:solidFill>
                  <a:srgbClr val="24292F"/>
                </a:solidFill>
                <a:latin typeface="맑은 고딕"/>
                <a:ea typeface="맑은 고딕"/>
                <a:cs typeface="맑은 고딕"/>
              </a:rPr>
              <a:t>목표만 정하면 하루에 얼마나 할지,</a:t>
            </a:r>
          </a:p>
          <a:p xmlns:a="http://schemas.openxmlformats.org/drawingml/2006/main">
            <a:pPr algn="l" eaLnBrk="0" latinLnBrk="0">
              <a:lnSpc>
                <a:spcPct val="123000"/>
              </a:lnSpc>
              <a:buNone/>
              <a:defRPr sz="1538" b="0" lang="ko-KR">
                <a:solidFill>
                  <a:srgbClr val="24292F"/>
                </a:solidFill>
                <a:latin typeface="맑은 고딕"/>
                <a:ea typeface="맑은 고딕"/>
                <a:cs typeface="맑은 고딕"/>
              </a:defRPr>
            </a:pPr>
            <a:r>
              <a:rPr sz="1538" b="0" lang="ko-KR">
                <a:solidFill>
                  <a:srgbClr val="24292F"/>
                </a:solidFill>
                <a:latin typeface="맑은 고딕"/>
                <a:ea typeface="맑은 고딕"/>
                <a:cs typeface="맑은 고딕"/>
              </a:rPr>
              <a:t>어느 시간에 할지 다시 결정해야 한다.</a:t>
            </a:r>
          </a:p>
        </p:txBody>
      </p:sp>
      <p:sp>
        <p:nvSpPr>
          <p:cNvPr id="104" name="">
            <a:extLst xmlns:a="http://schemas.openxmlformats.org/drawingml/2006/main">
              <a:ext uri="{FF2B5EF4-FFF2-40B4-BE49-F238E27FC236}">
                <a16:creationId xmlns:a16="http://schemas.microsoft.com/office/drawing/2014/main" id="{D5D9BFD0-2C6C-4922-B887-797D15AD001F}"/>
              </a:ext>
            </a:extLst>
          </p:cNvPr>
          <p:cNvSpPr>
            <a:spLocks xmlns:a="http://schemas.openxmlformats.org/drawingml/2006/main" noGrp="1"/>
          </p:cNvSpPr>
          <p:nvPr/>
        </p:nvSpPr>
        <p:spPr>
          <a:xfrm xmlns:a="http://schemas.openxmlformats.org/drawingml/2006/main">
            <a:off x="3267075" y="2943225"/>
            <a:ext cx="54006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eaLnBrk="0" latinLnBrk="0">
              <a:lnSpc>
                <a:spcPct val="123000"/>
              </a:lnSpc>
              <a:buNone/>
              <a:defRPr sz="1613" b="1" lang="ko-KR">
                <a:solidFill>
                  <a:srgbClr val="3B5AA8"/>
                </a:solidFill>
                <a:latin typeface="맑은 고딕"/>
                <a:ea typeface="맑은 고딕"/>
                <a:cs typeface="맑은 고딕"/>
              </a:defRPr>
            </a:pPr>
            <a:r>
              <a:rPr sz="1613" b="1" lang="ko-KR">
                <a:solidFill>
                  <a:srgbClr val="3B5AA8"/>
                </a:solidFill>
                <a:latin typeface="맑은 고딕"/>
                <a:ea typeface="맑은 고딕"/>
                <a:cs typeface="맑은 고딕"/>
              </a:rPr>
              <a:t>기능과 사용</a:t>
            </a:r>
          </a:p>
        </p:txBody>
      </p:sp>
      <p:sp>
        <p:nvSpPr>
          <p:cNvPr id="105" name="">
            <a:extLst xmlns:a="http://schemas.openxmlformats.org/drawingml/2006/main">
              <a:ext uri="{FF2B5EF4-FFF2-40B4-BE49-F238E27FC236}">
                <a16:creationId xmlns:a16="http://schemas.microsoft.com/office/drawing/2014/main" id="{C19CC548-A492-4143-84DD-6E1ADC0CAA08}"/>
              </a:ext>
            </a:extLst>
          </p:cNvPr>
          <p:cNvSpPr>
            <a:spLocks xmlns:a="http://schemas.openxmlformats.org/drawingml/2006/main" noGrp="1"/>
          </p:cNvSpPr>
          <p:nvPr/>
        </p:nvSpPr>
        <p:spPr>
          <a:xfrm xmlns:a="http://schemas.openxmlformats.org/drawingml/2006/main">
            <a:off x="3267075" y="3257550"/>
            <a:ext cx="540067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eaLnBrk="0" latinLnBrk="0">
              <a:lnSpc>
                <a:spcPct val="123000"/>
              </a:lnSpc>
              <a:buNone/>
              <a:defRPr sz="1538" b="0" lang="ko-KR">
                <a:solidFill>
                  <a:srgbClr val="24292F"/>
                </a:solidFill>
                <a:latin typeface="맑은 고딕"/>
                <a:ea typeface="맑은 고딕"/>
                <a:cs typeface="맑은 고딕"/>
              </a:defRPr>
            </a:pPr>
            <a:r>
              <a:rPr sz="1538" b="0" lang="ko-KR">
                <a:solidFill>
                  <a:srgbClr val="24292F"/>
                </a:solidFill>
                <a:latin typeface="맑은 고딕"/>
                <a:ea typeface="맑은 고딕"/>
                <a:cs typeface="맑은 고딕"/>
              </a:rPr>
              <a:t>가능한 시간과 고정 일정을 확인한다. AI가 만든</a:t>
            </a:r>
          </a:p>
          <a:p xmlns:a="http://schemas.openxmlformats.org/drawingml/2006/main">
            <a:pPr algn="l" eaLnBrk="0" latinLnBrk="0">
              <a:lnSpc>
                <a:spcPct val="123000"/>
              </a:lnSpc>
              <a:buNone/>
              <a:defRPr sz="1538" b="0" lang="ko-KR">
                <a:solidFill>
                  <a:srgbClr val="24292F"/>
                </a:solidFill>
                <a:latin typeface="맑은 고딕"/>
                <a:ea typeface="맑은 고딕"/>
                <a:cs typeface="맑은 고딕"/>
              </a:defRPr>
            </a:pPr>
            <a:r>
              <a:rPr sz="1538" b="0" lang="ko-KR">
                <a:solidFill>
                  <a:srgbClr val="24292F"/>
                </a:solidFill>
                <a:latin typeface="맑은 고딕"/>
                <a:ea typeface="맑은 고딕"/>
                <a:cs typeface="맑은 고딕"/>
              </a:rPr>
              <a:t>주간 초안에서 할 일과 시간을 고친 뒤 승인한다.</a:t>
            </a:r>
          </a:p>
        </p:txBody>
      </p:sp>
      <p:sp>
        <p:nvSpPr>
          <p:cNvPr id="106" name="">
            <a:extLst xmlns:a="http://schemas.openxmlformats.org/drawingml/2006/main">
              <a:ext uri="{FF2B5EF4-FFF2-40B4-BE49-F238E27FC236}">
                <a16:creationId xmlns:a16="http://schemas.microsoft.com/office/drawing/2014/main" id="{723029DF-46BA-4866-A72F-277B44AC33CB}"/>
              </a:ext>
            </a:extLst>
          </p:cNvPr>
          <p:cNvSpPr>
            <a:spLocks xmlns:a="http://schemas.openxmlformats.org/drawingml/2006/main" noGrp="1"/>
          </p:cNvSpPr>
          <p:nvPr/>
        </p:nvSpPr>
        <p:spPr>
          <a:xfrm xmlns:a="http://schemas.openxmlformats.org/drawingml/2006/main">
            <a:off x="3267075" y="4038600"/>
            <a:ext cx="54006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eaLnBrk="0" latinLnBrk="0">
              <a:lnSpc>
                <a:spcPct val="123000"/>
              </a:lnSpc>
              <a:buNone/>
              <a:defRPr sz="1613" b="1" lang="ko-KR">
                <a:solidFill>
                  <a:srgbClr val="3B5AA8"/>
                </a:solidFill>
                <a:latin typeface="맑은 고딕"/>
                <a:ea typeface="맑은 고딕"/>
                <a:cs typeface="맑은 고딕"/>
              </a:defRPr>
            </a:pPr>
            <a:r>
              <a:rPr sz="1613" b="1" lang="ko-KR">
                <a:solidFill>
                  <a:srgbClr val="3B5AA8"/>
                </a:solidFill>
                <a:latin typeface="맑은 고딕"/>
                <a:ea typeface="맑은 고딕"/>
                <a:cs typeface="맑은 고딕"/>
              </a:rPr>
              <a:t>구현 방식</a:t>
            </a:r>
          </a:p>
        </p:txBody>
      </p:sp>
      <p:sp>
        <p:nvSpPr>
          <p:cNvPr id="107" name="">
            <a:extLst xmlns:a="http://schemas.openxmlformats.org/drawingml/2006/main">
              <a:ext uri="{FF2B5EF4-FFF2-40B4-BE49-F238E27FC236}">
                <a16:creationId xmlns:a16="http://schemas.microsoft.com/office/drawing/2014/main" id="{1F562249-AF5A-4169-9307-0D8E000D184E}"/>
              </a:ext>
            </a:extLst>
          </p:cNvPr>
          <p:cNvSpPr>
            <a:spLocks xmlns:a="http://schemas.openxmlformats.org/drawingml/2006/main" noGrp="1"/>
          </p:cNvSpPr>
          <p:nvPr/>
        </p:nvSpPr>
        <p:spPr>
          <a:xfrm xmlns:a="http://schemas.openxmlformats.org/drawingml/2006/main">
            <a:off x="3267075" y="4352925"/>
            <a:ext cx="540067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eaLnBrk="0" latinLnBrk="0">
              <a:lnSpc>
                <a:spcPct val="123000"/>
              </a:lnSpc>
              <a:buNone/>
              <a:defRPr sz="1538" b="0" lang="ko-KR">
                <a:solidFill>
                  <a:srgbClr val="24292F"/>
                </a:solidFill>
                <a:latin typeface="맑은 고딕"/>
                <a:ea typeface="맑은 고딕"/>
                <a:cs typeface="맑은 고딕"/>
              </a:defRPr>
            </a:pPr>
            <a:r>
              <a:rPr sz="1538" b="0" lang="ko-KR">
                <a:solidFill>
                  <a:srgbClr val="24292F"/>
                </a:solidFill>
                <a:latin typeface="맑은 고딕"/>
                <a:ea typeface="맑은 고딕"/>
                <a:cs typeface="맑은 고딕"/>
              </a:rPr>
              <a:t>목표와 실행 조건으로 초안을 만들고, 생성과 저장을</a:t>
            </a:r>
          </a:p>
          <a:p xmlns:a="http://schemas.openxmlformats.org/drawingml/2006/main">
            <a:pPr algn="l" eaLnBrk="0" latinLnBrk="0">
              <a:lnSpc>
                <a:spcPct val="123000"/>
              </a:lnSpc>
              <a:buNone/>
              <a:defRPr sz="1538" b="0" lang="ko-KR">
                <a:solidFill>
                  <a:srgbClr val="24292F"/>
                </a:solidFill>
                <a:latin typeface="맑은 고딕"/>
                <a:ea typeface="맑은 고딕"/>
                <a:cs typeface="맑은 고딕"/>
              </a:defRPr>
            </a:pPr>
            <a:r>
              <a:rPr sz="1538" b="0" lang="ko-KR">
                <a:solidFill>
                  <a:srgbClr val="24292F"/>
                </a:solidFill>
                <a:latin typeface="맑은 고딕"/>
                <a:ea typeface="맑은 고딕"/>
                <a:cs typeface="맑은 고딕"/>
              </a:rPr>
              <a:t>분리한다. 일정 블록은 15분 단위로 옮길 수 있다.</a:t>
            </a:r>
          </a:p>
        </p:txBody>
      </p:sp>
      <p:sp>
        <p:nvSpPr>
          <p:cNvPr id="108" name="">
            <a:extLst xmlns:a="http://schemas.openxmlformats.org/drawingml/2006/main">
              <a:ext uri="{FF2B5EF4-FFF2-40B4-BE49-F238E27FC236}">
                <a16:creationId xmlns:a16="http://schemas.microsoft.com/office/drawing/2014/main" id="{C88D7FCD-A758-439D-9EFE-B0B5D650E443}"/>
              </a:ext>
            </a:extLst>
          </p:cNvPr>
          <p:cNvSpPr>
            <a:spLocks xmlns:a="http://schemas.openxmlformats.org/drawingml/2006/main" noGrp="1"/>
          </p:cNvSpPr>
          <p:nvPr/>
        </p:nvSpPr>
        <p:spPr>
          <a:xfrm xmlns:a="http://schemas.openxmlformats.org/drawingml/2006/main">
            <a:off x="3267075" y="5238750"/>
            <a:ext cx="54006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eaLnBrk="0" latinLnBrk="0">
              <a:lnSpc>
                <a:spcPct val="123000"/>
              </a:lnSpc>
              <a:buNone/>
              <a:defRPr sz="1613" b="1" lang="ko-KR">
                <a:solidFill>
                  <a:srgbClr val="9E472F"/>
                </a:solidFill>
                <a:latin typeface="맑은 고딕"/>
                <a:ea typeface="맑은 고딕"/>
                <a:cs typeface="맑은 고딕"/>
              </a:defRPr>
            </a:pPr>
            <a:r>
              <a:rPr sz="1613" b="1" lang="ko-KR">
                <a:solidFill>
                  <a:srgbClr val="9E472F"/>
                </a:solidFill>
                <a:latin typeface="맑은 고딕"/>
                <a:ea typeface="맑은 고딕"/>
                <a:cs typeface="맑은 고딕"/>
              </a:rPr>
              <a:t>사용자 변화</a:t>
            </a:r>
          </a:p>
        </p:txBody>
      </p:sp>
      <p:sp>
        <p:nvSpPr>
          <p:cNvPr id="109" name="">
            <a:extLst xmlns:a="http://schemas.openxmlformats.org/drawingml/2006/main">
              <a:ext uri="{FF2B5EF4-FFF2-40B4-BE49-F238E27FC236}">
                <a16:creationId xmlns:a16="http://schemas.microsoft.com/office/drawing/2014/main" id="{517A0D50-38DA-4E38-9571-CD96BB166807}"/>
              </a:ext>
            </a:extLst>
          </p:cNvPr>
          <p:cNvSpPr>
            <a:spLocks xmlns:a="http://schemas.openxmlformats.org/drawingml/2006/main" noGrp="1"/>
          </p:cNvSpPr>
          <p:nvPr/>
        </p:nvSpPr>
        <p:spPr>
          <a:xfrm xmlns:a="http://schemas.openxmlformats.org/drawingml/2006/main">
            <a:off x="3267075" y="5553075"/>
            <a:ext cx="540067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eaLnBrk="0" latinLnBrk="0">
              <a:lnSpc>
                <a:spcPct val="123000"/>
              </a:lnSpc>
              <a:buNone/>
              <a:defRPr sz="1538" b="0" lang="ko-KR">
                <a:solidFill>
                  <a:srgbClr val="24292F"/>
                </a:solidFill>
                <a:latin typeface="맑은 고딕"/>
                <a:ea typeface="맑은 고딕"/>
                <a:cs typeface="맑은 고딕"/>
              </a:defRPr>
            </a:pPr>
            <a:r>
              <a:rPr sz="1538" b="0" lang="ko-KR">
                <a:solidFill>
                  <a:srgbClr val="24292F"/>
                </a:solidFill>
                <a:latin typeface="맑은 고딕"/>
                <a:ea typeface="맑은 고딕"/>
                <a:cs typeface="맑은 고딕"/>
              </a:rPr>
              <a:t>직접 확인한 분량과 시간이 오늘 할 일로 표시된다.</a:t>
            </a:r>
          </a:p>
          <a:p xmlns:a="http://schemas.openxmlformats.org/drawingml/2006/main">
            <a:pPr algn="l" eaLnBrk="0" latinLnBrk="0">
              <a:lnSpc>
                <a:spcPct val="123000"/>
              </a:lnSpc>
              <a:buNone/>
              <a:defRPr sz="1538" b="0" lang="ko-KR">
                <a:solidFill>
                  <a:srgbClr val="24292F"/>
                </a:solidFill>
                <a:latin typeface="맑은 고딕"/>
                <a:ea typeface="맑은 고딕"/>
                <a:cs typeface="맑은 고딕"/>
              </a:defRPr>
            </a:pPr>
            <a:r>
              <a:rPr sz="1538" b="0" lang="ko-KR">
                <a:solidFill>
                  <a:srgbClr val="24292F"/>
                </a:solidFill>
                <a:latin typeface="맑은 고딕"/>
                <a:ea typeface="맑은 고딕"/>
                <a:cs typeface="맑은 고딕"/>
              </a:rPr>
              <a:t>실행 화면에서 첫 작업을 바로 시작할 수 있다.</a:t>
            </a:r>
          </a:p>
        </p:txBody>
      </p:sp>
      <p:sp>
        <p:nvSpPr>
          <p:cNvPr id="110" name="">
            <a:extLst xmlns:a="http://schemas.openxmlformats.org/drawingml/2006/main">
              <a:ext uri="{FF2B5EF4-FFF2-40B4-BE49-F238E27FC236}">
                <a16:creationId xmlns:a16="http://schemas.microsoft.com/office/drawing/2014/main" id="{3654C0DB-14FB-422D-BC75-70A6E5B929DA}"/>
              </a:ext>
            </a:extLst>
          </p:cNvPr>
          <p:cNvSpPr>
            <a:spLocks xmlns:a="http://schemas.openxmlformats.org/drawingml/2006/main" noGrp="1"/>
          </p:cNvSpPr>
          <p:nvPr/>
        </p:nvSpPr>
        <p:spPr>
          <a:xfrm xmlns:a="http://schemas.openxmlformats.org/drawingml/2006/main">
            <a:off x="419100" y="6296025"/>
            <a:ext cx="2714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eaLnBrk="0" latinLnBrk="0">
              <a:lnSpc>
                <a:spcPct val="123000"/>
              </a:lnSpc>
              <a:buNone/>
              <a:defRPr sz="863" b="0" lang="ko-KR">
                <a:solidFill>
                  <a:srgbClr val="5B6570"/>
                </a:solidFill>
                <a:latin typeface="맑은 고딕"/>
                <a:ea typeface="맑은 고딕"/>
                <a:cs typeface="맑은 고딕"/>
              </a:defRPr>
            </a:pPr>
            <a:r>
              <a:rPr sz="863" b="0" lang="ko-KR">
                <a:solidFill>
                  <a:srgbClr val="5B6570"/>
                </a:solidFill>
                <a:latin typeface="맑은 고딕"/>
                <a:ea typeface="맑은 고딕"/>
                <a:cs typeface="맑은 고딕"/>
              </a:rPr>
              <a:t>시간과 분량을 고친 뒤 승인하는 주간 초안</a:t>
            </a:r>
          </a:p>
        </p:txBody>
      </p:sp>
      <p:sp>
        <p:nvSpPr>
          <p:cNvPr id="111" name="">
            <a:extLst xmlns:a="http://schemas.openxmlformats.org/drawingml/2006/main">
              <a:ext uri="{FF2B5EF4-FFF2-40B4-BE49-F238E27FC236}">
                <a16:creationId xmlns:a16="http://schemas.microsoft.com/office/drawing/2014/main" id="{88D58F84-9D5F-427D-90CC-1A8DEAB99428}"/>
              </a:ext>
            </a:extLst>
          </p:cNvPr>
          <p:cNvSpPr>
            <a:spLocks xmlns:a="http://schemas.openxmlformats.org/drawingml/2006/main" noGrp="1"/>
          </p:cNvSpPr>
          <p:nvPr/>
        </p:nvSpPr>
        <p:spPr>
          <a:xfrm xmlns:a="http://schemas.openxmlformats.org/drawingml/2006/main">
            <a:off x="3267075" y="6296025"/>
            <a:ext cx="54006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eaLnBrk="0" latinLnBrk="0">
              <a:lnSpc>
                <a:spcPct val="123000"/>
              </a:lnSpc>
              <a:buNone/>
              <a:defRPr sz="863" b="0" lang="ko-KR">
                <a:solidFill>
                  <a:srgbClr val="5B6570"/>
                </a:solidFill>
                <a:latin typeface="맑은 고딕"/>
                <a:ea typeface="맑은 고딕"/>
                <a:cs typeface="맑은 고딕"/>
              </a:defRPr>
            </a:pPr>
            <a:r>
              <a:rPr sz="863" b="0" lang="ko-KR">
                <a:solidFill>
                  <a:srgbClr val="5B6570"/>
                </a:solidFill>
                <a:latin typeface="맑은 고딕"/>
                <a:ea typeface="맑은 고딕"/>
                <a:cs typeface="맑은 고딕"/>
              </a:rPr>
              <a:t>실제 UI, 시연용 예시 데이터.</a:t>
            </a:r>
          </a:p>
        </p:txBody>
      </p:sp>
    </p:spTree>
    <p:extLst>
      <p:ext uri="{BB962C8B-B14F-4D97-AF65-F5344CB8AC3E}">
        <p14:creationId xmlns:p14="http://schemas.microsoft.com/office/powerpoint/2010/main" val="3195766679"/>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4" name="직사각형 23">
            <a:extLst xmlns:a="http://schemas.openxmlformats.org/drawingml/2006/main">
              <a:ext uri="{FF2B5EF4-FFF2-40B4-BE49-F238E27FC236}">
                <a16:creationId xmlns:a16="http://schemas.microsoft.com/office/drawing/2014/main" id="{87FE247D-BCD8-49C9-AB08-42C204606102}"/>
              </a:ext>
            </a:extLst>
          </p:cNvPr>
          <p:cNvSpPr>
            <a:spLocks xmlns:a="http://schemas.openxmlformats.org/drawingml/2006/main" noGrp="1"/>
          </p:cNvSpPr>
          <p:nvPr/>
        </p:nvSpPr>
        <p:spPr>
          <a:xfrm xmlns:a="http://schemas.openxmlformats.org/drawingml/2006/main">
            <a:off x="107504" y="0"/>
            <a:ext cx="3096344" cy="1124744"/>
          </a:xfrm>
          <a:prstGeom xmlns:a="http://schemas.openxmlformats.org/drawingml/2006/main" prst="rect">
            <a:avLst/>
          </a:prstGeom>
          <a:solidFill xmlns:a="http://schemas.openxmlformats.org/drawingml/2006/main">
            <a:srgbClr val="3B5AA8"/>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eaLnBrk="0" latinLnBrk="0">
              <a:buNone/>
            </a:pPr>
            <a:endParaRPr lang="ko-KR"/>
          </a:p>
        </p:txBody>
      </p:sp>
      <p:sp>
        <p:nvSpPr>
          <p:cNvPr id="25" name="직선 연결선 24">
            <a:extLst xmlns:a="http://schemas.openxmlformats.org/drawingml/2006/main">
              <a:ext uri="{FF2B5EF4-FFF2-40B4-BE49-F238E27FC236}">
                <a16:creationId xmlns:a16="http://schemas.microsoft.com/office/drawing/2014/main" id="{56E72A93-616C-44BF-B205-95E477EF8F6D}"/>
              </a:ext>
            </a:extLst>
          </p:cNvPr>
          <p:cNvSpPr>
            <a:spLocks xmlns:a="http://schemas.openxmlformats.org/drawingml/2006/main" noGrp="1"/>
          </p:cNvSpPr>
          <p:nvPr/>
        </p:nvSpPr>
        <p:spPr>
          <a:xfrm xmlns:a="http://schemas.openxmlformats.org/drawingml/2006/main">
            <a:off x="424356" y="541195"/>
            <a:ext cx="2591728" cy="0"/>
          </a:xfrm>
          <a:prstGeom xmlns:a="http://schemas.openxmlformats.org/drawingml/2006/main" prst="line">
            <a:avLst/>
          </a:prstGeom>
          <a:ln xmlns:a="http://schemas.openxmlformats.org/drawingml/2006/main" w="28575">
            <a:solidFill>
              <a:schemeClr val="bg1">
                <a:lumMod val="95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txBody>
          <a:bodyPr xmlns:a="http://schemas.openxmlformats.org/drawingml/2006/main"/>
          <a:lstStyle xmlns:a="http://schemas.openxmlformats.org/drawingml/2006/main"/>
          <a:p xmlns:a="http://schemas.openxmlformats.org/drawingml/2006/main">
            <a:pPr eaLnBrk="0" latinLnBrk="0">
              <a:buNone/>
            </a:pPr>
            <a:endParaRPr lang="ko-KR"/>
          </a:p>
        </p:txBody>
      </p:sp>
      <p:sp>
        <p:nvSpPr>
          <p:cNvPr id="26" name="직선 연결선 25">
            <a:extLst xmlns:a="http://schemas.openxmlformats.org/drawingml/2006/main">
              <a:ext uri="{FF2B5EF4-FFF2-40B4-BE49-F238E27FC236}">
                <a16:creationId xmlns:a16="http://schemas.microsoft.com/office/drawing/2014/main" id="{072C1394-538A-4BCF-9224-0784E0A048B3}"/>
              </a:ext>
            </a:extLst>
          </p:cNvPr>
          <p:cNvSpPr>
            <a:spLocks xmlns:a="http://schemas.openxmlformats.org/drawingml/2006/main" noGrp="1"/>
          </p:cNvSpPr>
          <p:nvPr/>
        </p:nvSpPr>
        <p:spPr>
          <a:xfrm xmlns:a="http://schemas.openxmlformats.org/drawingml/2006/main">
            <a:off x="3275856" y="548680"/>
            <a:ext cx="5328592" cy="0"/>
          </a:xfrm>
          <a:prstGeom xmlns:a="http://schemas.openxmlformats.org/drawingml/2006/main" prst="line">
            <a:avLst/>
          </a:prstGeom>
          <a:ln xmlns:a="http://schemas.openxmlformats.org/drawingml/2006/main" w="28575">
            <a:solidFill>
              <a:srgbClr val="3B5AA8"/>
            </a:solidFill>
          </a:ln>
        </p:spPr>
        <p:style>
          <a:lnRef xmlns:a="http://schemas.openxmlformats.org/drawingml/2006/main" idx="1">
            <a:schemeClr val="accent4"/>
          </a:lnRef>
          <a:fillRef xmlns:a="http://schemas.openxmlformats.org/drawingml/2006/main" idx="0">
            <a:schemeClr val="accent4"/>
          </a:fillRef>
          <a:effectRef xmlns:a="http://schemas.openxmlformats.org/drawingml/2006/main" idx="0">
            <a:schemeClr val="accent4"/>
          </a:effectRef>
          <a:fontRef xmlns:a="http://schemas.openxmlformats.org/drawingml/2006/main" idx="minor">
            <a:schemeClr val="tx1"/>
          </a:fontRef>
        </p:style>
        <p:txBody>
          <a:bodyPr xmlns:a="http://schemas.openxmlformats.org/drawingml/2006/main"/>
          <a:lstStyle xmlns:a="http://schemas.openxmlformats.org/drawingml/2006/main"/>
          <a:p xmlns:a="http://schemas.openxmlformats.org/drawingml/2006/main">
            <a:pPr eaLnBrk="0" latinLnBrk="0">
              <a:buNone/>
            </a:pPr>
            <a:endParaRPr lang="ko-KR"/>
          </a:p>
        </p:txBody>
      </p:sp>
      <p:sp>
        <p:nvSpPr>
          <p:cNvPr id="27" name="제목 12">
            <a:extLst xmlns:a="http://schemas.openxmlformats.org/drawingml/2006/main">
              <a:ext uri="{FF2B5EF4-FFF2-40B4-BE49-F238E27FC236}">
                <a16:creationId xmlns:a16="http://schemas.microsoft.com/office/drawing/2014/main" id="{99D20B54-FBA0-40C2-B7F4-249D25DD9104}"/>
              </a:ext>
            </a:extLst>
          </p:cNvPr>
          <p:cNvSpPr>
            <a:spLocks xmlns:a="http://schemas.openxmlformats.org/drawingml/2006/main" noGrp="1"/>
          </p:cNvSpPr>
          <p:nvPr/>
        </p:nvSpPr>
        <p:spPr>
          <a:xfrm xmlns:a="http://schemas.openxmlformats.org/drawingml/2006/main">
            <a:off x="323528" y="692696"/>
            <a:ext cx="2880320" cy="296631"/>
          </a:xfrm>
          <a:prstGeom xmlns:a="http://schemas.openxmlformats.org/drawingml/2006/main" prst="rect">
            <a:avLst/>
          </a:prstGeom>
        </p:spPr>
        <p:txBody>
          <a:bodyPr xmlns:a="http://schemas.openxmlformats.org/drawingml/2006/main" vert="horz" lIns="91440" tIns="45720" rIns="91440" bIns="45720" anchor="t">
            <a:noAutofit/>
          </a:bodyPr>
          <a:lstStyle xmlns:a="http://schemas.openxmlformats.org/drawingml/2006/main"/>
          <a:p xmlns:a="http://schemas.openxmlformats.org/drawingml/2006/main">
            <a:pPr marL="0" marR="0" lvl="0" indent="0" algn="l" defTabSz="914400" eaLnBrk="0" latinLnBrk="0">
              <a:lnSpc>
                <a:spcPct val="100000"/>
              </a:lnSpc>
              <a:spcBef>
                <a:spcPct val="0"/>
              </a:spcBef>
              <a:spcAft>
                <a:spcPts val="0"/>
              </a:spcAft>
              <a:buClrTx/>
              <a:buSzTx/>
              <a:buFontTx/>
              <a:buNone/>
              <a:defRPr sz="1700" b="1" lang="ko-KR">
                <a:solidFill>
                  <a:srgbClr val="FFFFFF"/>
                </a:solidFill>
                <a:latin typeface="맑은 고딕"/>
                <a:ea typeface="맑은 고딕"/>
                <a:cs typeface="맑은 고딕"/>
              </a:defRPr>
            </a:pPr>
            <a:r>
              <a:rPr sz="1700" b="1" i="0" u="none" cap="none" spc="0" lang="ko-KR">
                <a:ln>
                  <a:noFill/>
                </a:ln>
                <a:solidFill>
                  <a:srgbClr val="FFFFFF"/>
                </a:solidFill>
                <a:latin typeface="맑은 고딕"/>
                <a:ea typeface="맑은 고딕"/>
                <a:cs typeface="맑은 고딕"/>
              </a:rPr>
              <a:t>화면 설계서</a:t>
            </a:r>
            <a:endParaRPr sz="1700" b="0" i="0" u="none" kern="1200" cap="none" spc="-50" baseline="0" lang="ko-KR">
              <a:ln>
                <a:noFill/>
              </a:ln>
              <a:solidFill>
                <a:schemeClr val="bg1"/>
              </a:solidFill>
              <a:latin typeface="+mn-ea"/>
              <a:ea typeface="+mn-ea"/>
              <a:cs typeface="+mn-ea"/>
            </a:endParaRPr>
          </a:p>
        </p:txBody>
      </p:sp>
      <p:pic>
        <p:nvPicPr>
          <p:cNvPr id="129" name="Picture 2"/>
          <p:cNvPicPr>
            <a:picLocks xmlns:a="http://schemas.openxmlformats.org/drawingml/2006/main" noChangeAspect="1"/>
          </p:cNvPicPr>
          <p:nvPr/>
        </p:nvPicPr>
        <p:blipFill>
          <a:blip xmlns:r="http://schemas.openxmlformats.org/officeDocument/2006/relationships" xmlns:a="http://schemas.openxmlformats.org/drawingml/2006/main" r:embed="Rcdc22d67d38747f5"/>
          <a:srcRect xmlns:a="http://schemas.openxmlformats.org/drawingml/2006/main" l="0" t="0" r="0" b="0"/>
          <a:stretch xmlns:a="http://schemas.openxmlformats.org/drawingml/2006/main">
            <a:fillRect l="0" t="0" r="0" b="0"/>
          </a:stretch>
        </p:blipFill>
        <p:spPr>
          <a:xfrm xmlns:a="http://schemas.openxmlformats.org/drawingml/2006/main">
            <a:off x="8676456" y="476671"/>
            <a:ext cx="454960" cy="158965"/>
          </a:xfrm>
          <a:prstGeom xmlns:a="http://schemas.openxmlformats.org/drawingml/2006/main" prst="rect">
            <a:avLst/>
          </a:prstGeom>
          <a:ln xmlns:a="http://schemas.openxmlformats.org/drawingml/2006/main" w="9525">
            <a:noFill/>
            <a:miter/>
          </a:ln>
        </p:spPr>
      </p:pic>
      <p:sp>
        <p:nvSpPr>
          <p:cNvPr id="32" name="막힌 원호 31">
            <a:extLst xmlns:a="http://schemas.openxmlformats.org/drawingml/2006/main">
              <a:ext uri="{FF2B5EF4-FFF2-40B4-BE49-F238E27FC236}">
                <a16:creationId xmlns:a16="http://schemas.microsoft.com/office/drawing/2014/main" id="{9618B776-B49F-4D0C-880D-07488DEBF76A}"/>
              </a:ext>
            </a:extLst>
          </p:cNvPr>
          <p:cNvSpPr>
            <a:spLocks xmlns:a="http://schemas.openxmlformats.org/drawingml/2006/main" noGrp="1"/>
          </p:cNvSpPr>
          <p:nvPr/>
        </p:nvSpPr>
        <p:spPr>
          <a:xfrm xmlns:a="http://schemas.openxmlformats.org/drawingml/2006/main" flipV="1">
            <a:off x="-577697" y="-576001"/>
            <a:ext cx="1181047" cy="1167213"/>
          </a:xfrm>
          <a:prstGeom xmlns:a="http://schemas.openxmlformats.org/drawingml/2006/main" prst="blockArc">
            <a:avLst>
              <a:gd name="adj1" fmla="val 16158679"/>
              <a:gd name="adj2" fmla="val 0"/>
              <a:gd name="adj3" fmla="val 25000"/>
            </a:avLst>
          </a:prstGeom>
          <a:solidFill xmlns:a="http://schemas.openxmlformats.org/drawingml/2006/main">
            <a:schemeClr val="bg1"/>
          </a:solidFill>
          <a:ln xmlns:a="http://schemas.openxmlformats.org/drawingml/2006/main">
            <a:solidFill>
              <a:schemeClr val="bg1"/>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eaLnBrk="0" latinLnBrk="0">
              <a:buNone/>
            </a:pPr>
            <a:endParaRPr lang="ko-KR">
              <a:solidFill>
                <a:schemeClr val="tx1"/>
              </a:solidFill>
            </a:endParaRPr>
          </a:p>
        </p:txBody>
      </p:sp>
      <p:sp>
        <p:nvSpPr>
          <p:cNvPr id="87" name="직사각형 86">
            <a:extLst xmlns:a="http://schemas.openxmlformats.org/drawingml/2006/main">
              <a:ext uri="{FF2B5EF4-FFF2-40B4-BE49-F238E27FC236}">
                <a16:creationId xmlns:a16="http://schemas.microsoft.com/office/drawing/2014/main" id="{DA7099BE-5337-4C25-B6DA-E30B4FB4078A}"/>
              </a:ext>
            </a:extLst>
          </p:cNvPr>
          <p:cNvSpPr>
            <a:spLocks xmlns:a="http://schemas.openxmlformats.org/drawingml/2006/main" noGrp="1"/>
          </p:cNvSpPr>
          <p:nvPr/>
        </p:nvSpPr>
        <p:spPr>
          <a:xfrm xmlns:a="http://schemas.openxmlformats.org/drawingml/2006/main">
            <a:off x="400050" y="1238250"/>
            <a:ext cx="83248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eaLnBrk="0" latinLnBrk="0">
              <a:lnSpc>
                <a:spcPct val="125000"/>
              </a:lnSpc>
              <a:buNone/>
              <a:defRPr sz="2100" b="1" lang="ko-KR">
                <a:solidFill>
                  <a:srgbClr val="24292F"/>
                </a:solidFill>
                <a:latin typeface="맑은 고딕"/>
                <a:ea typeface="맑은 고딕"/>
                <a:cs typeface="맑은 고딕"/>
              </a:defRPr>
            </a:pPr>
            <a:r>
              <a:rPr sz="2100" b="1" lang="ko-KR">
                <a:solidFill>
                  <a:srgbClr val="24292F"/>
                </a:solidFill>
                <a:latin typeface="맑은 고딕"/>
                <a:ea typeface="맑은 고딕"/>
                <a:cs typeface="맑은 고딕"/>
              </a:rPr>
              <a:t>오늘 할 일 실행과 집중 기록</a:t>
            </a:r>
          </a:p>
        </p:txBody>
      </p:sp>
      <p:sp>
        <p:nvSpPr>
          <p:cNvPr id="88" name="직사각형 87">
            <a:extLst xmlns:a="http://schemas.openxmlformats.org/drawingml/2006/main">
              <a:ext uri="{FF2B5EF4-FFF2-40B4-BE49-F238E27FC236}">
                <a16:creationId xmlns:a16="http://schemas.microsoft.com/office/drawing/2014/main" id="{952162EC-1F53-4DD9-BA29-C7F9DAF3A8C6}"/>
              </a:ext>
            </a:extLst>
          </p:cNvPr>
          <p:cNvSpPr>
            <a:spLocks xmlns:a="http://schemas.openxmlformats.org/drawingml/2006/main" noGrp="1"/>
          </p:cNvSpPr>
          <p:nvPr/>
        </p:nvSpPr>
        <p:spPr>
          <a:xfrm xmlns:a="http://schemas.openxmlformats.org/drawingml/2006/main">
            <a:off x="419100" y="6524625"/>
            <a:ext cx="69532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eaLnBrk="0" latinLnBrk="0">
              <a:buNone/>
              <a:defRPr sz="900" b="0" lang="ko-KR">
                <a:solidFill>
                  <a:srgbClr val="5B6570"/>
                </a:solidFill>
                <a:latin typeface="맑은 고딕"/>
                <a:ea typeface="맑은 고딕"/>
                <a:cs typeface="맑은 고딕"/>
              </a:defRPr>
            </a:pPr>
            <a:r>
              <a:rPr sz="900" b="0" lang="ko-KR">
                <a:solidFill>
                  <a:srgbClr val="5B6570"/>
                </a:solidFill>
                <a:latin typeface="맑은 고딕"/>
                <a:ea typeface="맑은 고딕"/>
                <a:cs typeface="맑은 고딕"/>
              </a:rPr>
              <a:t>핵심 2 / 실행 결과에 따라 다음 할 일 또는 회복으로 이동</a:t>
            </a:r>
          </a:p>
        </p:txBody>
      </p:sp>
      <p:sp>
        <p:nvSpPr>
          <p:cNvPr id="89" name="직사각형 88">
            <a:extLst xmlns:a="http://schemas.openxmlformats.org/drawingml/2006/main">
              <a:ext uri="{FF2B5EF4-FFF2-40B4-BE49-F238E27FC236}">
                <a16:creationId xmlns:a16="http://schemas.microsoft.com/office/drawing/2014/main" id="{74D95D1B-EC2B-45F6-8954-9952619BC26E}"/>
              </a:ext>
            </a:extLst>
          </p:cNvPr>
          <p:cNvSpPr>
            <a:spLocks xmlns:a="http://schemas.openxmlformats.org/drawingml/2006/main" noGrp="1"/>
          </p:cNvSpPr>
          <p:nvPr/>
        </p:nvSpPr>
        <p:spPr>
          <a:xfrm xmlns:a="http://schemas.openxmlformats.org/drawingml/2006/main">
            <a:off x="8334375" y="6524625"/>
            <a:ext cx="4000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eaLnBrk="0" latinLnBrk="0">
              <a:buNone/>
              <a:defRPr sz="900" b="0" lang="ko-KR">
                <a:solidFill>
                  <a:srgbClr val="5B6570"/>
                </a:solidFill>
                <a:latin typeface="맑은 고딕"/>
                <a:ea typeface="맑은 고딕"/>
                <a:cs typeface="맑은 고딕"/>
              </a:defRPr>
            </a:pPr>
            <a:r>
              <a:rPr sz="900" b="0" lang="ko-KR">
                <a:solidFill>
                  <a:srgbClr val="5B6570"/>
                </a:solidFill>
                <a:latin typeface="맑은 고딕"/>
                <a:ea typeface="맑은 고딕"/>
                <a:cs typeface="맑은 고딕"/>
              </a:rPr>
              <a:t>06</a:t>
            </a:r>
          </a:p>
        </p:txBody>
      </p:sp>
      <p:pic>
        <p:nvPicPr>
          <p:cNvPr id="134" name="그림 110"/>
          <p:cNvPicPr>
            <a:picLocks xmlns:a="http://schemas.openxmlformats.org/drawingml/2006/main" noChangeAspect="1"/>
          </p:cNvPicPr>
          <p:nvPr/>
        </p:nvPicPr>
        <p:blipFill>
          <a:blip xmlns:r="http://schemas.openxmlformats.org/officeDocument/2006/relationships" xmlns:a="http://schemas.openxmlformats.org/drawingml/2006/main" r:embed="R869565fb7dd84f0d"/>
          <a:stretch xmlns:a="http://schemas.openxmlformats.org/drawingml/2006/main"/>
        </p:blipFill>
        <p:spPr>
          <a:xfrm xmlns:a="http://schemas.openxmlformats.org/drawingml/2006/main">
            <a:off x="445734" y="1819275"/>
            <a:ext cx="2042232" cy="4419600"/>
          </a:xfrm>
          <a:prstGeom xmlns:a="http://schemas.openxmlformats.org/drawingml/2006/main" prst="rect">
            <a:avLst/>
          </a:prstGeom>
        </p:spPr>
      </p:pic>
      <p:pic>
        <p:nvPicPr>
          <p:cNvPr id="135" name="그림 111"/>
          <p:cNvPicPr>
            <a:picLocks xmlns:a="http://schemas.openxmlformats.org/drawingml/2006/main" noChangeAspect="1"/>
          </p:cNvPicPr>
          <p:nvPr/>
        </p:nvPicPr>
        <p:blipFill>
          <a:blip xmlns:r="http://schemas.openxmlformats.org/officeDocument/2006/relationships" xmlns:a="http://schemas.openxmlformats.org/drawingml/2006/main" r:embed="Rabd665e54f3b4bad"/>
          <a:stretch xmlns:a="http://schemas.openxmlformats.org/drawingml/2006/main"/>
        </p:blipFill>
        <p:spPr>
          <a:xfrm xmlns:a="http://schemas.openxmlformats.org/drawingml/2006/main">
            <a:off x="2674584" y="1819275"/>
            <a:ext cx="2042232" cy="4419600"/>
          </a:xfrm>
          <a:prstGeom xmlns:a="http://schemas.openxmlformats.org/drawingml/2006/main" prst="rect">
            <a:avLst/>
          </a:prstGeom>
        </p:spPr>
      </p:pic>
      <p:sp>
        <p:nvSpPr>
          <p:cNvPr id="114" name="">
            <a:extLst xmlns:a="http://schemas.openxmlformats.org/drawingml/2006/main">
              <a:ext uri="{FF2B5EF4-FFF2-40B4-BE49-F238E27FC236}">
                <a16:creationId xmlns:a16="http://schemas.microsoft.com/office/drawing/2014/main" id="{9D94B318-436E-4563-BC59-CE33D20CA242}"/>
              </a:ext>
            </a:extLst>
          </p:cNvPr>
          <p:cNvSpPr>
            <a:spLocks xmlns:a="http://schemas.openxmlformats.org/drawingml/2006/main" noGrp="1"/>
          </p:cNvSpPr>
          <p:nvPr/>
        </p:nvSpPr>
        <p:spPr>
          <a:xfrm xmlns:a="http://schemas.openxmlformats.org/drawingml/2006/main">
            <a:off x="4991100" y="1847850"/>
            <a:ext cx="3714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eaLnBrk="0" latinLnBrk="0">
              <a:lnSpc>
                <a:spcPct val="123000"/>
              </a:lnSpc>
              <a:buNone/>
              <a:defRPr sz="1613" b="1" lang="ko-KR">
                <a:solidFill>
                  <a:srgbClr val="3B5AA8"/>
                </a:solidFill>
                <a:latin typeface="맑은 고딕"/>
                <a:ea typeface="맑은 고딕"/>
                <a:cs typeface="맑은 고딕"/>
              </a:defRPr>
            </a:pPr>
            <a:r>
              <a:rPr sz="1613" b="1" lang="ko-KR">
                <a:solidFill>
                  <a:srgbClr val="3B5AA8"/>
                </a:solidFill>
                <a:latin typeface="맑은 고딕"/>
                <a:ea typeface="맑은 고딕"/>
                <a:cs typeface="맑은 고딕"/>
              </a:rPr>
              <a:t>문제</a:t>
            </a:r>
          </a:p>
        </p:txBody>
      </p:sp>
      <p:sp>
        <p:nvSpPr>
          <p:cNvPr id="115" name="">
            <a:extLst xmlns:a="http://schemas.openxmlformats.org/drawingml/2006/main">
              <a:ext uri="{FF2B5EF4-FFF2-40B4-BE49-F238E27FC236}">
                <a16:creationId xmlns:a16="http://schemas.microsoft.com/office/drawing/2014/main" id="{91400589-7B19-4D1A-ACB8-219BDBA760C4}"/>
              </a:ext>
            </a:extLst>
          </p:cNvPr>
          <p:cNvSpPr>
            <a:spLocks xmlns:a="http://schemas.openxmlformats.org/drawingml/2006/main" noGrp="1"/>
          </p:cNvSpPr>
          <p:nvPr/>
        </p:nvSpPr>
        <p:spPr>
          <a:xfrm xmlns:a="http://schemas.openxmlformats.org/drawingml/2006/main">
            <a:off x="4991100" y="2162175"/>
            <a:ext cx="3714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eaLnBrk="0" latinLnBrk="0">
              <a:lnSpc>
                <a:spcPct val="123000"/>
              </a:lnSpc>
              <a:buNone/>
              <a:defRPr sz="1538" b="0" lang="ko-KR">
                <a:solidFill>
                  <a:srgbClr val="24292F"/>
                </a:solidFill>
                <a:latin typeface="맑은 고딕"/>
                <a:ea typeface="맑은 고딕"/>
                <a:cs typeface="맑은 고딕"/>
              </a:defRPr>
            </a:pPr>
            <a:r>
              <a:rPr sz="1538" b="0" lang="ko-KR">
                <a:solidFill>
                  <a:srgbClr val="24292F"/>
                </a:solidFill>
                <a:latin typeface="맑은 고딕"/>
                <a:ea typeface="맑은 고딕"/>
                <a:cs typeface="맑은 고딕"/>
              </a:rPr>
              <a:t>계획이 있어도 지금 할 일을 고르거나</a:t>
            </a:r>
          </a:p>
          <a:p xmlns:a="http://schemas.openxmlformats.org/drawingml/2006/main">
            <a:pPr algn="l" eaLnBrk="0" latinLnBrk="0">
              <a:lnSpc>
                <a:spcPct val="123000"/>
              </a:lnSpc>
              <a:buNone/>
              <a:defRPr sz="1538" b="0" lang="ko-KR">
                <a:solidFill>
                  <a:srgbClr val="24292F"/>
                </a:solidFill>
                <a:latin typeface="맑은 고딕"/>
                <a:ea typeface="맑은 고딕"/>
                <a:cs typeface="맑은 고딕"/>
              </a:defRPr>
            </a:pPr>
            <a:r>
              <a:rPr sz="1538" b="0" lang="ko-KR">
                <a:solidFill>
                  <a:srgbClr val="24292F"/>
                </a:solidFill>
                <a:latin typeface="맑은 고딕"/>
                <a:ea typeface="맑은 고딕"/>
                <a:cs typeface="맑은 고딕"/>
              </a:rPr>
              <a:t>멈춘 뒤 다시 시작하기 어려울 수 있다.</a:t>
            </a:r>
          </a:p>
        </p:txBody>
      </p:sp>
      <p:sp>
        <p:nvSpPr>
          <p:cNvPr id="116" name="">
            <a:extLst xmlns:a="http://schemas.openxmlformats.org/drawingml/2006/main">
              <a:ext uri="{FF2B5EF4-FFF2-40B4-BE49-F238E27FC236}">
                <a16:creationId xmlns:a16="http://schemas.microsoft.com/office/drawing/2014/main" id="{52DEE9BE-15B2-4327-8FE5-C732CFAA447C}"/>
              </a:ext>
            </a:extLst>
          </p:cNvPr>
          <p:cNvSpPr>
            <a:spLocks xmlns:a="http://schemas.openxmlformats.org/drawingml/2006/main" noGrp="1"/>
          </p:cNvSpPr>
          <p:nvPr/>
        </p:nvSpPr>
        <p:spPr>
          <a:xfrm xmlns:a="http://schemas.openxmlformats.org/drawingml/2006/main">
            <a:off x="4991100" y="2943225"/>
            <a:ext cx="3714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eaLnBrk="0" latinLnBrk="0">
              <a:lnSpc>
                <a:spcPct val="123000"/>
              </a:lnSpc>
              <a:buNone/>
              <a:defRPr sz="1613" b="1" lang="ko-KR">
                <a:solidFill>
                  <a:srgbClr val="3B5AA8"/>
                </a:solidFill>
                <a:latin typeface="맑은 고딕"/>
                <a:ea typeface="맑은 고딕"/>
                <a:cs typeface="맑은 고딕"/>
              </a:defRPr>
            </a:pPr>
            <a:r>
              <a:rPr sz="1613" b="1" lang="ko-KR">
                <a:solidFill>
                  <a:srgbClr val="3B5AA8"/>
                </a:solidFill>
                <a:latin typeface="맑은 고딕"/>
                <a:ea typeface="맑은 고딕"/>
                <a:cs typeface="맑은 고딕"/>
              </a:rPr>
              <a:t>기능과 사용</a:t>
            </a:r>
          </a:p>
        </p:txBody>
      </p:sp>
      <p:sp>
        <p:nvSpPr>
          <p:cNvPr id="117" name="">
            <a:extLst xmlns:a="http://schemas.openxmlformats.org/drawingml/2006/main">
              <a:ext uri="{FF2B5EF4-FFF2-40B4-BE49-F238E27FC236}">
                <a16:creationId xmlns:a16="http://schemas.microsoft.com/office/drawing/2014/main" id="{D25526A0-D5B4-4A77-B20C-CB26A7D0CEC0}"/>
              </a:ext>
            </a:extLst>
          </p:cNvPr>
          <p:cNvSpPr>
            <a:spLocks xmlns:a="http://schemas.openxmlformats.org/drawingml/2006/main" noGrp="1"/>
          </p:cNvSpPr>
          <p:nvPr/>
        </p:nvSpPr>
        <p:spPr>
          <a:xfrm xmlns:a="http://schemas.openxmlformats.org/drawingml/2006/main">
            <a:off x="4991100" y="3257550"/>
            <a:ext cx="3714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eaLnBrk="0" latinLnBrk="0">
              <a:lnSpc>
                <a:spcPct val="123000"/>
              </a:lnSpc>
              <a:buNone/>
              <a:defRPr sz="1538" b="0" lang="ko-KR">
                <a:solidFill>
                  <a:srgbClr val="24292F"/>
                </a:solidFill>
                <a:latin typeface="맑은 고딕"/>
                <a:ea typeface="맑은 고딕"/>
                <a:cs typeface="맑은 고딕"/>
              </a:defRPr>
            </a:pPr>
            <a:r>
              <a:rPr sz="1538" b="0" lang="ko-KR">
                <a:solidFill>
                  <a:srgbClr val="24292F"/>
                </a:solidFill>
                <a:latin typeface="맑은 고딕"/>
                <a:ea typeface="맑은 고딕"/>
                <a:cs typeface="맑은 고딕"/>
              </a:rPr>
              <a:t>집중을 시작하고 멈추거나 재개한다.</a:t>
            </a:r>
          </a:p>
          <a:p xmlns:a="http://schemas.openxmlformats.org/drawingml/2006/main">
            <a:pPr algn="l" eaLnBrk="0" latinLnBrk="0">
              <a:lnSpc>
                <a:spcPct val="123000"/>
              </a:lnSpc>
              <a:buNone/>
              <a:defRPr sz="1538" b="0" lang="ko-KR">
                <a:solidFill>
                  <a:srgbClr val="24292F"/>
                </a:solidFill>
                <a:latin typeface="맑은 고딕"/>
                <a:ea typeface="맑은 고딕"/>
                <a:cs typeface="맑은 고딕"/>
              </a:defRPr>
            </a:pPr>
            <a:r>
              <a:rPr sz="1538" b="0" lang="ko-KR">
                <a:solidFill>
                  <a:srgbClr val="24292F"/>
                </a:solidFill>
                <a:latin typeface="맑은 고딕"/>
                <a:ea typeface="맑은 고딕"/>
                <a:cs typeface="맑은 고딕"/>
              </a:rPr>
              <a:t>끝나면 실제 실행 결과를 남긴다.</a:t>
            </a:r>
          </a:p>
        </p:txBody>
      </p:sp>
      <p:sp>
        <p:nvSpPr>
          <p:cNvPr id="118" name="">
            <a:extLst xmlns:a="http://schemas.openxmlformats.org/drawingml/2006/main">
              <a:ext uri="{FF2B5EF4-FFF2-40B4-BE49-F238E27FC236}">
                <a16:creationId xmlns:a16="http://schemas.microsoft.com/office/drawing/2014/main" id="{F859E57F-1B62-4509-B7EE-A48D99A183E8}"/>
              </a:ext>
            </a:extLst>
          </p:cNvPr>
          <p:cNvSpPr>
            <a:spLocks xmlns:a="http://schemas.openxmlformats.org/drawingml/2006/main" noGrp="1"/>
          </p:cNvSpPr>
          <p:nvPr/>
        </p:nvSpPr>
        <p:spPr>
          <a:xfrm xmlns:a="http://schemas.openxmlformats.org/drawingml/2006/main">
            <a:off x="4991100" y="4038600"/>
            <a:ext cx="3714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eaLnBrk="0" latinLnBrk="0">
              <a:lnSpc>
                <a:spcPct val="123000"/>
              </a:lnSpc>
              <a:buNone/>
              <a:defRPr sz="1613" b="1" lang="ko-KR">
                <a:solidFill>
                  <a:srgbClr val="3B5AA8"/>
                </a:solidFill>
                <a:latin typeface="맑은 고딕"/>
                <a:ea typeface="맑은 고딕"/>
                <a:cs typeface="맑은 고딕"/>
              </a:defRPr>
            </a:pPr>
            <a:r>
              <a:rPr sz="1613" b="1" lang="ko-KR">
                <a:solidFill>
                  <a:srgbClr val="3B5AA8"/>
                </a:solidFill>
                <a:latin typeface="맑은 고딕"/>
                <a:ea typeface="맑은 고딕"/>
                <a:cs typeface="맑은 고딕"/>
              </a:rPr>
              <a:t>구현 방식</a:t>
            </a:r>
          </a:p>
        </p:txBody>
      </p:sp>
      <p:sp>
        <p:nvSpPr>
          <p:cNvPr id="119" name="">
            <a:extLst xmlns:a="http://schemas.openxmlformats.org/drawingml/2006/main">
              <a:ext uri="{FF2B5EF4-FFF2-40B4-BE49-F238E27FC236}">
                <a16:creationId xmlns:a16="http://schemas.microsoft.com/office/drawing/2014/main" id="{A377DF48-3CB4-49AB-8924-52C5AC59F03A}"/>
              </a:ext>
            </a:extLst>
          </p:cNvPr>
          <p:cNvSpPr>
            <a:spLocks xmlns:a="http://schemas.openxmlformats.org/drawingml/2006/main" noGrp="1"/>
          </p:cNvSpPr>
          <p:nvPr/>
        </p:nvSpPr>
        <p:spPr>
          <a:xfrm xmlns:a="http://schemas.openxmlformats.org/drawingml/2006/main">
            <a:off x="4991100" y="4352925"/>
            <a:ext cx="371475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eaLnBrk="0" latinLnBrk="0">
              <a:lnSpc>
                <a:spcPct val="123000"/>
              </a:lnSpc>
              <a:buNone/>
              <a:defRPr sz="1538" b="0" lang="ko-KR">
                <a:solidFill>
                  <a:srgbClr val="24292F"/>
                </a:solidFill>
                <a:latin typeface="맑은 고딕"/>
                <a:ea typeface="맑은 고딕"/>
                <a:cs typeface="맑은 고딕"/>
              </a:defRPr>
            </a:pPr>
            <a:r>
              <a:rPr sz="1538" b="0" lang="ko-KR">
                <a:solidFill>
                  <a:srgbClr val="24292F"/>
                </a:solidFill>
                <a:latin typeface="맑은 고딕"/>
                <a:ea typeface="맑은 고딕"/>
                <a:cs typeface="맑은 고딕"/>
              </a:rPr>
              <a:t>진행 중인 일을 먼저 보여주고,</a:t>
            </a:r>
          </a:p>
          <a:p xmlns:a="http://schemas.openxmlformats.org/drawingml/2006/main">
            <a:pPr algn="l" eaLnBrk="0" latinLnBrk="0">
              <a:lnSpc>
                <a:spcPct val="123000"/>
              </a:lnSpc>
              <a:buNone/>
              <a:defRPr sz="1538" b="0" lang="ko-KR">
                <a:solidFill>
                  <a:srgbClr val="24292F"/>
                </a:solidFill>
                <a:latin typeface="맑은 고딕"/>
                <a:ea typeface="맑은 고딕"/>
                <a:cs typeface="맑은 고딕"/>
              </a:defRPr>
            </a:pPr>
            <a:r>
              <a:rPr sz="1538" b="0" lang="ko-KR">
                <a:solidFill>
                  <a:srgbClr val="24292F"/>
                </a:solidFill>
                <a:latin typeface="맑은 고딕"/>
                <a:ea typeface="맑은 고딕"/>
                <a:cs typeface="맑은 고딕"/>
              </a:rPr>
              <a:t>없으면 우선순위와 시작 시간으로 고른다.</a:t>
            </a:r>
          </a:p>
        </p:txBody>
      </p:sp>
      <p:sp>
        <p:nvSpPr>
          <p:cNvPr id="120" name="">
            <a:extLst xmlns:a="http://schemas.openxmlformats.org/drawingml/2006/main">
              <a:ext uri="{FF2B5EF4-FFF2-40B4-BE49-F238E27FC236}">
                <a16:creationId xmlns:a16="http://schemas.microsoft.com/office/drawing/2014/main" id="{DAC761BA-67DF-423B-938F-90B549D4BDBE}"/>
              </a:ext>
            </a:extLst>
          </p:cNvPr>
          <p:cNvSpPr>
            <a:spLocks xmlns:a="http://schemas.openxmlformats.org/drawingml/2006/main" noGrp="1"/>
          </p:cNvSpPr>
          <p:nvPr/>
        </p:nvSpPr>
        <p:spPr>
          <a:xfrm xmlns:a="http://schemas.openxmlformats.org/drawingml/2006/main">
            <a:off x="4991100" y="5238750"/>
            <a:ext cx="3714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eaLnBrk="0" latinLnBrk="0">
              <a:lnSpc>
                <a:spcPct val="123000"/>
              </a:lnSpc>
              <a:buNone/>
              <a:defRPr sz="1613" b="1" lang="ko-KR">
                <a:solidFill>
                  <a:srgbClr val="9E472F"/>
                </a:solidFill>
                <a:latin typeface="맑은 고딕"/>
                <a:ea typeface="맑은 고딕"/>
                <a:cs typeface="맑은 고딕"/>
              </a:defRPr>
            </a:pPr>
            <a:r>
              <a:rPr sz="1613" b="1" lang="ko-KR">
                <a:solidFill>
                  <a:srgbClr val="9E472F"/>
                </a:solidFill>
                <a:latin typeface="맑은 고딕"/>
                <a:ea typeface="맑은 고딕"/>
                <a:cs typeface="맑은 고딕"/>
              </a:rPr>
              <a:t>사용자 변화</a:t>
            </a:r>
          </a:p>
        </p:txBody>
      </p:sp>
      <p:sp>
        <p:nvSpPr>
          <p:cNvPr id="121" name="">
            <a:extLst xmlns:a="http://schemas.openxmlformats.org/drawingml/2006/main">
              <a:ext uri="{FF2B5EF4-FFF2-40B4-BE49-F238E27FC236}">
                <a16:creationId xmlns:a16="http://schemas.microsoft.com/office/drawing/2014/main" id="{061ADB1F-E5C5-4416-A0BE-801D7B077A31}"/>
              </a:ext>
            </a:extLst>
          </p:cNvPr>
          <p:cNvSpPr>
            <a:spLocks xmlns:a="http://schemas.openxmlformats.org/drawingml/2006/main" noGrp="1"/>
          </p:cNvSpPr>
          <p:nvPr/>
        </p:nvSpPr>
        <p:spPr>
          <a:xfrm xmlns:a="http://schemas.openxmlformats.org/drawingml/2006/main">
            <a:off x="4991100" y="5553075"/>
            <a:ext cx="3714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eaLnBrk="0" latinLnBrk="0">
              <a:lnSpc>
                <a:spcPct val="123000"/>
              </a:lnSpc>
              <a:buNone/>
              <a:defRPr sz="1538" b="0" lang="ko-KR">
                <a:solidFill>
                  <a:srgbClr val="24292F"/>
                </a:solidFill>
                <a:latin typeface="맑은 고딕"/>
                <a:ea typeface="맑은 고딕"/>
                <a:cs typeface="맑은 고딕"/>
              </a:defRPr>
            </a:pPr>
            <a:r>
              <a:rPr sz="1538" b="0" lang="ko-KR">
                <a:solidFill>
                  <a:srgbClr val="24292F"/>
                </a:solidFill>
                <a:latin typeface="맑은 고딕"/>
                <a:ea typeface="맑은 고딕"/>
                <a:cs typeface="맑은 고딕"/>
              </a:rPr>
              <a:t>다음 행동을 바로 시작할 수 있다.</a:t>
            </a:r>
          </a:p>
          <a:p xmlns:a="http://schemas.openxmlformats.org/drawingml/2006/main">
            <a:pPr algn="l" eaLnBrk="0" latinLnBrk="0">
              <a:lnSpc>
                <a:spcPct val="123000"/>
              </a:lnSpc>
              <a:buNone/>
              <a:defRPr sz="1538" b="0" lang="ko-KR">
                <a:solidFill>
                  <a:srgbClr val="24292F"/>
                </a:solidFill>
                <a:latin typeface="맑은 고딕"/>
                <a:ea typeface="맑은 고딕"/>
                <a:cs typeface="맑은 고딕"/>
              </a:defRPr>
            </a:pPr>
            <a:r>
              <a:rPr sz="1538" b="0" lang="ko-KR">
                <a:solidFill>
                  <a:srgbClr val="24292F"/>
                </a:solidFill>
                <a:latin typeface="맑은 고딕"/>
                <a:ea typeface="맑은 고딕"/>
                <a:cs typeface="맑은 고딕"/>
              </a:rPr>
              <a:t>못한 경우에는 원인 기록으로 이어 간다.</a:t>
            </a:r>
          </a:p>
        </p:txBody>
      </p:sp>
      <p:sp>
        <p:nvSpPr>
          <p:cNvPr id="122" name="">
            <a:extLst xmlns:a="http://schemas.openxmlformats.org/drawingml/2006/main">
              <a:ext uri="{FF2B5EF4-FFF2-40B4-BE49-F238E27FC236}">
                <a16:creationId xmlns:a16="http://schemas.microsoft.com/office/drawing/2014/main" id="{55673067-CA88-423C-BBAE-DEB2EB4C4FC7}"/>
              </a:ext>
            </a:extLst>
          </p:cNvPr>
          <p:cNvSpPr>
            <a:spLocks xmlns:a="http://schemas.openxmlformats.org/drawingml/2006/main" noGrp="1"/>
          </p:cNvSpPr>
          <p:nvPr/>
        </p:nvSpPr>
        <p:spPr>
          <a:xfrm xmlns:a="http://schemas.openxmlformats.org/drawingml/2006/main">
            <a:off x="419100" y="6296025"/>
            <a:ext cx="2095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eaLnBrk="0" latinLnBrk="0">
              <a:lnSpc>
                <a:spcPct val="123000"/>
              </a:lnSpc>
              <a:buNone/>
              <a:defRPr sz="863" b="0" lang="ko-KR">
                <a:solidFill>
                  <a:srgbClr val="5B6570"/>
                </a:solidFill>
                <a:latin typeface="맑은 고딕"/>
                <a:ea typeface="맑은 고딕"/>
                <a:cs typeface="맑은 고딕"/>
              </a:defRPr>
            </a:pPr>
            <a:r>
              <a:rPr sz="863" b="0" lang="ko-KR">
                <a:solidFill>
                  <a:srgbClr val="5B6570"/>
                </a:solidFill>
                <a:latin typeface="맑은 고딕"/>
                <a:ea typeface="맑은 고딕"/>
                <a:cs typeface="맑은 고딕"/>
              </a:rPr>
              <a:t>오늘 할 일 고르기</a:t>
            </a:r>
          </a:p>
        </p:txBody>
      </p:sp>
      <p:sp>
        <p:nvSpPr>
          <p:cNvPr id="123" name="">
            <a:extLst xmlns:a="http://schemas.openxmlformats.org/drawingml/2006/main">
              <a:ext uri="{FF2B5EF4-FFF2-40B4-BE49-F238E27FC236}">
                <a16:creationId xmlns:a16="http://schemas.microsoft.com/office/drawing/2014/main" id="{2697C59D-F2A8-4D71-A859-4D085CC71239}"/>
              </a:ext>
            </a:extLst>
          </p:cNvPr>
          <p:cNvSpPr>
            <a:spLocks xmlns:a="http://schemas.openxmlformats.org/drawingml/2006/main" noGrp="1"/>
          </p:cNvSpPr>
          <p:nvPr/>
        </p:nvSpPr>
        <p:spPr>
          <a:xfrm xmlns:a="http://schemas.openxmlformats.org/drawingml/2006/main">
            <a:off x="2647950" y="6296025"/>
            <a:ext cx="2095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eaLnBrk="0" latinLnBrk="0">
              <a:lnSpc>
                <a:spcPct val="123000"/>
              </a:lnSpc>
              <a:buNone/>
              <a:defRPr sz="863" b="0" lang="ko-KR">
                <a:solidFill>
                  <a:srgbClr val="5B6570"/>
                </a:solidFill>
                <a:latin typeface="맑은 고딕"/>
                <a:ea typeface="맑은 고딕"/>
                <a:cs typeface="맑은 고딕"/>
              </a:defRPr>
            </a:pPr>
            <a:r>
              <a:rPr sz="863" b="0" lang="ko-KR">
                <a:solidFill>
                  <a:srgbClr val="5B6570"/>
                </a:solidFill>
                <a:latin typeface="맑은 고딕"/>
                <a:ea typeface="맑은 고딕"/>
                <a:cs typeface="맑은 고딕"/>
              </a:rPr>
              <a:t>집중 시작과 결과 기록</a:t>
            </a:r>
          </a:p>
        </p:txBody>
      </p:sp>
      <p:sp>
        <p:nvSpPr>
          <p:cNvPr id="124" name="">
            <a:extLst xmlns:a="http://schemas.openxmlformats.org/drawingml/2006/main">
              <a:ext uri="{FF2B5EF4-FFF2-40B4-BE49-F238E27FC236}">
                <a16:creationId xmlns:a16="http://schemas.microsoft.com/office/drawing/2014/main" id="{1EFD6135-D9B0-4A49-AEEB-C5B1B359DC10}"/>
              </a:ext>
            </a:extLst>
          </p:cNvPr>
          <p:cNvSpPr>
            <a:spLocks xmlns:a="http://schemas.openxmlformats.org/drawingml/2006/main" noGrp="1"/>
          </p:cNvSpPr>
          <p:nvPr/>
        </p:nvSpPr>
        <p:spPr>
          <a:xfrm xmlns:a="http://schemas.openxmlformats.org/drawingml/2006/main">
            <a:off x="4991100" y="6296025"/>
            <a:ext cx="3714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eaLnBrk="0" latinLnBrk="0">
              <a:lnSpc>
                <a:spcPct val="123000"/>
              </a:lnSpc>
              <a:buNone/>
              <a:defRPr sz="863" b="0" lang="ko-KR">
                <a:solidFill>
                  <a:srgbClr val="5B6570"/>
                </a:solidFill>
                <a:latin typeface="맑은 고딕"/>
                <a:ea typeface="맑은 고딕"/>
                <a:cs typeface="맑은 고딕"/>
              </a:defRPr>
            </a:pPr>
            <a:r>
              <a:rPr sz="863" b="0" lang="ko-KR">
                <a:solidFill>
                  <a:srgbClr val="5B6570"/>
                </a:solidFill>
                <a:latin typeface="맑은 고딕"/>
                <a:ea typeface="맑은 고딕"/>
                <a:cs typeface="맑은 고딕"/>
              </a:rPr>
              <a:t>실제 UI, 시연용 예시 데이터.</a:t>
            </a:r>
          </a:p>
        </p:txBody>
      </p:sp>
    </p:spTree>
    <p:extLst>
      <p:ext uri="{BB962C8B-B14F-4D97-AF65-F5344CB8AC3E}">
        <p14:creationId xmlns:p14="http://schemas.microsoft.com/office/powerpoint/2010/main" val="3195766679"/>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4" name="직사각형 23">
            <a:extLst xmlns:a="http://schemas.openxmlformats.org/drawingml/2006/main">
              <a:ext uri="{FF2B5EF4-FFF2-40B4-BE49-F238E27FC236}">
                <a16:creationId xmlns:a16="http://schemas.microsoft.com/office/drawing/2014/main" id="{87FE247D-BCD8-49C9-AB08-42C204606102}"/>
              </a:ext>
            </a:extLst>
          </p:cNvPr>
          <p:cNvSpPr>
            <a:spLocks xmlns:a="http://schemas.openxmlformats.org/drawingml/2006/main" noGrp="1"/>
          </p:cNvSpPr>
          <p:nvPr/>
        </p:nvSpPr>
        <p:spPr>
          <a:xfrm xmlns:a="http://schemas.openxmlformats.org/drawingml/2006/main">
            <a:off x="107504" y="0"/>
            <a:ext cx="3096344" cy="1124744"/>
          </a:xfrm>
          <a:prstGeom xmlns:a="http://schemas.openxmlformats.org/drawingml/2006/main" prst="rect">
            <a:avLst/>
          </a:prstGeom>
          <a:solidFill xmlns:a="http://schemas.openxmlformats.org/drawingml/2006/main">
            <a:srgbClr val="3B5AA8"/>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eaLnBrk="0" latinLnBrk="0">
              <a:buNone/>
            </a:pPr>
            <a:endParaRPr lang="ko-KR"/>
          </a:p>
        </p:txBody>
      </p:sp>
      <p:sp>
        <p:nvSpPr>
          <p:cNvPr id="25" name="직선 연결선 24">
            <a:extLst xmlns:a="http://schemas.openxmlformats.org/drawingml/2006/main">
              <a:ext uri="{FF2B5EF4-FFF2-40B4-BE49-F238E27FC236}">
                <a16:creationId xmlns:a16="http://schemas.microsoft.com/office/drawing/2014/main" id="{56E72A93-616C-44BF-B205-95E477EF8F6D}"/>
              </a:ext>
            </a:extLst>
          </p:cNvPr>
          <p:cNvSpPr>
            <a:spLocks xmlns:a="http://schemas.openxmlformats.org/drawingml/2006/main" noGrp="1"/>
          </p:cNvSpPr>
          <p:nvPr/>
        </p:nvSpPr>
        <p:spPr>
          <a:xfrm xmlns:a="http://schemas.openxmlformats.org/drawingml/2006/main">
            <a:off x="424356" y="541195"/>
            <a:ext cx="2591728" cy="0"/>
          </a:xfrm>
          <a:prstGeom xmlns:a="http://schemas.openxmlformats.org/drawingml/2006/main" prst="line">
            <a:avLst/>
          </a:prstGeom>
          <a:ln xmlns:a="http://schemas.openxmlformats.org/drawingml/2006/main" w="28575">
            <a:solidFill>
              <a:schemeClr val="bg1">
                <a:lumMod val="95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txBody>
          <a:bodyPr xmlns:a="http://schemas.openxmlformats.org/drawingml/2006/main"/>
          <a:lstStyle xmlns:a="http://schemas.openxmlformats.org/drawingml/2006/main"/>
          <a:p xmlns:a="http://schemas.openxmlformats.org/drawingml/2006/main">
            <a:pPr eaLnBrk="0" latinLnBrk="0">
              <a:buNone/>
            </a:pPr>
            <a:endParaRPr lang="ko-KR"/>
          </a:p>
        </p:txBody>
      </p:sp>
      <p:sp>
        <p:nvSpPr>
          <p:cNvPr id="26" name="직선 연결선 25">
            <a:extLst xmlns:a="http://schemas.openxmlformats.org/drawingml/2006/main">
              <a:ext uri="{FF2B5EF4-FFF2-40B4-BE49-F238E27FC236}">
                <a16:creationId xmlns:a16="http://schemas.microsoft.com/office/drawing/2014/main" id="{072C1394-538A-4BCF-9224-0784E0A048B3}"/>
              </a:ext>
            </a:extLst>
          </p:cNvPr>
          <p:cNvSpPr>
            <a:spLocks xmlns:a="http://schemas.openxmlformats.org/drawingml/2006/main" noGrp="1"/>
          </p:cNvSpPr>
          <p:nvPr/>
        </p:nvSpPr>
        <p:spPr>
          <a:xfrm xmlns:a="http://schemas.openxmlformats.org/drawingml/2006/main">
            <a:off x="3275856" y="548680"/>
            <a:ext cx="5328592" cy="0"/>
          </a:xfrm>
          <a:prstGeom xmlns:a="http://schemas.openxmlformats.org/drawingml/2006/main" prst="line">
            <a:avLst/>
          </a:prstGeom>
          <a:ln xmlns:a="http://schemas.openxmlformats.org/drawingml/2006/main" w="28575">
            <a:solidFill>
              <a:srgbClr val="3B5AA8"/>
            </a:solidFill>
          </a:ln>
        </p:spPr>
        <p:style>
          <a:lnRef xmlns:a="http://schemas.openxmlformats.org/drawingml/2006/main" idx="1">
            <a:schemeClr val="accent4"/>
          </a:lnRef>
          <a:fillRef xmlns:a="http://schemas.openxmlformats.org/drawingml/2006/main" idx="0">
            <a:schemeClr val="accent4"/>
          </a:fillRef>
          <a:effectRef xmlns:a="http://schemas.openxmlformats.org/drawingml/2006/main" idx="0">
            <a:schemeClr val="accent4"/>
          </a:effectRef>
          <a:fontRef xmlns:a="http://schemas.openxmlformats.org/drawingml/2006/main" idx="minor">
            <a:schemeClr val="tx1"/>
          </a:fontRef>
        </p:style>
        <p:txBody>
          <a:bodyPr xmlns:a="http://schemas.openxmlformats.org/drawingml/2006/main"/>
          <a:lstStyle xmlns:a="http://schemas.openxmlformats.org/drawingml/2006/main"/>
          <a:p xmlns:a="http://schemas.openxmlformats.org/drawingml/2006/main">
            <a:pPr eaLnBrk="0" latinLnBrk="0">
              <a:buNone/>
            </a:pPr>
            <a:endParaRPr lang="ko-KR"/>
          </a:p>
        </p:txBody>
      </p:sp>
      <p:sp>
        <p:nvSpPr>
          <p:cNvPr id="27" name="제목 12">
            <a:extLst xmlns:a="http://schemas.openxmlformats.org/drawingml/2006/main">
              <a:ext uri="{FF2B5EF4-FFF2-40B4-BE49-F238E27FC236}">
                <a16:creationId xmlns:a16="http://schemas.microsoft.com/office/drawing/2014/main" id="{99D20B54-FBA0-40C2-B7F4-249D25DD9104}"/>
              </a:ext>
            </a:extLst>
          </p:cNvPr>
          <p:cNvSpPr>
            <a:spLocks xmlns:a="http://schemas.openxmlformats.org/drawingml/2006/main" noGrp="1"/>
          </p:cNvSpPr>
          <p:nvPr/>
        </p:nvSpPr>
        <p:spPr>
          <a:xfrm xmlns:a="http://schemas.openxmlformats.org/drawingml/2006/main">
            <a:off x="323528" y="692696"/>
            <a:ext cx="2880320" cy="296631"/>
          </a:xfrm>
          <a:prstGeom xmlns:a="http://schemas.openxmlformats.org/drawingml/2006/main" prst="rect">
            <a:avLst/>
          </a:prstGeom>
        </p:spPr>
        <p:txBody>
          <a:bodyPr xmlns:a="http://schemas.openxmlformats.org/drawingml/2006/main" vert="horz" lIns="91440" tIns="45720" rIns="91440" bIns="45720" anchor="t">
            <a:noAutofit/>
          </a:bodyPr>
          <a:lstStyle xmlns:a="http://schemas.openxmlformats.org/drawingml/2006/main"/>
          <a:p xmlns:a="http://schemas.openxmlformats.org/drawingml/2006/main">
            <a:pPr marL="0" marR="0" lvl="0" indent="0" algn="l" defTabSz="914400" eaLnBrk="0" latinLnBrk="0">
              <a:lnSpc>
                <a:spcPct val="100000"/>
              </a:lnSpc>
              <a:spcBef>
                <a:spcPct val="0"/>
              </a:spcBef>
              <a:spcAft>
                <a:spcPts val="0"/>
              </a:spcAft>
              <a:buClrTx/>
              <a:buSzTx/>
              <a:buFontTx/>
              <a:buNone/>
              <a:defRPr sz="1700" b="1" lang="ko-KR">
                <a:solidFill>
                  <a:srgbClr val="FFFFFF"/>
                </a:solidFill>
                <a:latin typeface="맑은 고딕"/>
                <a:ea typeface="맑은 고딕"/>
                <a:cs typeface="맑은 고딕"/>
              </a:defRPr>
            </a:pPr>
            <a:r>
              <a:rPr sz="1700" b="1" i="0" u="none" cap="none" spc="0" lang="ko-KR">
                <a:ln>
                  <a:noFill/>
                </a:ln>
                <a:solidFill>
                  <a:srgbClr val="FFFFFF"/>
                </a:solidFill>
                <a:latin typeface="맑은 고딕"/>
                <a:ea typeface="맑은 고딕"/>
                <a:cs typeface="맑은 고딕"/>
              </a:rPr>
              <a:t>화면 설계서</a:t>
            </a:r>
            <a:endParaRPr sz="1700" b="0" i="0" u="none" kern="1200" cap="none" spc="-50" baseline="0" lang="ko-KR">
              <a:ln>
                <a:noFill/>
              </a:ln>
              <a:solidFill>
                <a:schemeClr val="bg1"/>
              </a:solidFill>
              <a:latin typeface="+mn-ea"/>
              <a:ea typeface="+mn-ea"/>
              <a:cs typeface="+mn-ea"/>
            </a:endParaRPr>
          </a:p>
        </p:txBody>
      </p:sp>
      <p:pic>
        <p:nvPicPr>
          <p:cNvPr id="160" name="Picture 2"/>
          <p:cNvPicPr>
            <a:picLocks xmlns:a="http://schemas.openxmlformats.org/drawingml/2006/main" noChangeAspect="1"/>
          </p:cNvPicPr>
          <p:nvPr/>
        </p:nvPicPr>
        <p:blipFill>
          <a:blip xmlns:r="http://schemas.openxmlformats.org/officeDocument/2006/relationships" xmlns:a="http://schemas.openxmlformats.org/drawingml/2006/main" r:embed="R428894f7038b476a"/>
          <a:srcRect xmlns:a="http://schemas.openxmlformats.org/drawingml/2006/main" l="0" t="0" r="0" b="0"/>
          <a:stretch xmlns:a="http://schemas.openxmlformats.org/drawingml/2006/main">
            <a:fillRect l="0" t="0" r="0" b="0"/>
          </a:stretch>
        </p:blipFill>
        <p:spPr>
          <a:xfrm xmlns:a="http://schemas.openxmlformats.org/drawingml/2006/main">
            <a:off x="8676456" y="476671"/>
            <a:ext cx="454960" cy="158965"/>
          </a:xfrm>
          <a:prstGeom xmlns:a="http://schemas.openxmlformats.org/drawingml/2006/main" prst="rect">
            <a:avLst/>
          </a:prstGeom>
          <a:ln xmlns:a="http://schemas.openxmlformats.org/drawingml/2006/main" w="9525">
            <a:noFill/>
            <a:miter/>
          </a:ln>
        </p:spPr>
      </p:pic>
      <p:sp>
        <p:nvSpPr>
          <p:cNvPr id="32" name="막힌 원호 31">
            <a:extLst xmlns:a="http://schemas.openxmlformats.org/drawingml/2006/main">
              <a:ext uri="{FF2B5EF4-FFF2-40B4-BE49-F238E27FC236}">
                <a16:creationId xmlns:a16="http://schemas.microsoft.com/office/drawing/2014/main" id="{9618B776-B49F-4D0C-880D-07488DEBF76A}"/>
              </a:ext>
            </a:extLst>
          </p:cNvPr>
          <p:cNvSpPr>
            <a:spLocks xmlns:a="http://schemas.openxmlformats.org/drawingml/2006/main" noGrp="1"/>
          </p:cNvSpPr>
          <p:nvPr/>
        </p:nvSpPr>
        <p:spPr>
          <a:xfrm xmlns:a="http://schemas.openxmlformats.org/drawingml/2006/main" flipV="1">
            <a:off x="-577697" y="-576001"/>
            <a:ext cx="1181047" cy="1167213"/>
          </a:xfrm>
          <a:prstGeom xmlns:a="http://schemas.openxmlformats.org/drawingml/2006/main" prst="blockArc">
            <a:avLst>
              <a:gd name="adj1" fmla="val 16158679"/>
              <a:gd name="adj2" fmla="val 0"/>
              <a:gd name="adj3" fmla="val 25000"/>
            </a:avLst>
          </a:prstGeom>
          <a:solidFill xmlns:a="http://schemas.openxmlformats.org/drawingml/2006/main">
            <a:schemeClr val="bg1"/>
          </a:solidFill>
          <a:ln xmlns:a="http://schemas.openxmlformats.org/drawingml/2006/main">
            <a:solidFill>
              <a:schemeClr val="bg1"/>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eaLnBrk="0" latinLnBrk="0">
              <a:buNone/>
            </a:pPr>
            <a:endParaRPr lang="ko-KR">
              <a:solidFill>
                <a:schemeClr val="tx1"/>
              </a:solidFill>
            </a:endParaRPr>
          </a:p>
        </p:txBody>
      </p:sp>
      <p:sp>
        <p:nvSpPr>
          <p:cNvPr id="87" name="직사각형 86">
            <a:extLst xmlns:a="http://schemas.openxmlformats.org/drawingml/2006/main">
              <a:ext uri="{FF2B5EF4-FFF2-40B4-BE49-F238E27FC236}">
                <a16:creationId xmlns:a16="http://schemas.microsoft.com/office/drawing/2014/main" id="{36E26F35-ECAB-4F8B-A652-2326B36563F4}"/>
              </a:ext>
            </a:extLst>
          </p:cNvPr>
          <p:cNvSpPr>
            <a:spLocks xmlns:a="http://schemas.openxmlformats.org/drawingml/2006/main" noGrp="1"/>
          </p:cNvSpPr>
          <p:nvPr/>
        </p:nvSpPr>
        <p:spPr>
          <a:xfrm xmlns:a="http://schemas.openxmlformats.org/drawingml/2006/main">
            <a:off x="400050" y="1238250"/>
            <a:ext cx="83248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eaLnBrk="0" latinLnBrk="0">
              <a:lnSpc>
                <a:spcPct val="125000"/>
              </a:lnSpc>
              <a:buNone/>
              <a:defRPr sz="2100" b="1" lang="ko-KR">
                <a:solidFill>
                  <a:srgbClr val="24292F"/>
                </a:solidFill>
                <a:latin typeface="맑은 고딕"/>
                <a:ea typeface="맑은 고딕"/>
                <a:cs typeface="맑은 고딕"/>
              </a:defRPr>
            </a:pPr>
            <a:r>
              <a:rPr sz="2100" b="1" lang="ko-KR">
                <a:solidFill>
                  <a:srgbClr val="24292F"/>
                </a:solidFill>
                <a:latin typeface="맑은 고딕"/>
                <a:ea typeface="맑은 고딕"/>
                <a:cs typeface="맑은 고딕"/>
              </a:rPr>
              <a:t>실패 기록과 원인 선택</a:t>
            </a:r>
          </a:p>
        </p:txBody>
      </p:sp>
      <p:sp>
        <p:nvSpPr>
          <p:cNvPr id="88" name="직사각형 87">
            <a:extLst xmlns:a="http://schemas.openxmlformats.org/drawingml/2006/main">
              <a:ext uri="{FF2B5EF4-FFF2-40B4-BE49-F238E27FC236}">
                <a16:creationId xmlns:a16="http://schemas.microsoft.com/office/drawing/2014/main" id="{25FCFA80-C1F6-4CBF-871A-E0F112516BA3}"/>
              </a:ext>
            </a:extLst>
          </p:cNvPr>
          <p:cNvSpPr>
            <a:spLocks xmlns:a="http://schemas.openxmlformats.org/drawingml/2006/main" noGrp="1"/>
          </p:cNvSpPr>
          <p:nvPr/>
        </p:nvSpPr>
        <p:spPr>
          <a:xfrm xmlns:a="http://schemas.openxmlformats.org/drawingml/2006/main">
            <a:off x="419100" y="6524625"/>
            <a:ext cx="69532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eaLnBrk="0" latinLnBrk="0">
              <a:buNone/>
              <a:defRPr sz="900" b="0" lang="ko-KR">
                <a:solidFill>
                  <a:srgbClr val="5B6570"/>
                </a:solidFill>
                <a:latin typeface="맑은 고딕"/>
                <a:ea typeface="맑은 고딕"/>
                <a:cs typeface="맑은 고딕"/>
              </a:defRPr>
            </a:pPr>
            <a:r>
              <a:rPr sz="900" b="0" lang="ko-KR">
                <a:solidFill>
                  <a:srgbClr val="5B6570"/>
                </a:solidFill>
                <a:latin typeface="맑은 고딕"/>
                <a:ea typeface="맑은 고딕"/>
                <a:cs typeface="맑은 고딕"/>
              </a:rPr>
              <a:t>핵심 3 / ① 실패 발생, ② 실패 원인 선택</a:t>
            </a:r>
          </a:p>
        </p:txBody>
      </p:sp>
      <p:sp>
        <p:nvSpPr>
          <p:cNvPr id="89" name="직사각형 88">
            <a:extLst xmlns:a="http://schemas.openxmlformats.org/drawingml/2006/main">
              <a:ext uri="{FF2B5EF4-FFF2-40B4-BE49-F238E27FC236}">
                <a16:creationId xmlns:a16="http://schemas.microsoft.com/office/drawing/2014/main" id="{34931A9D-B750-4556-A72F-2380470F575C}"/>
              </a:ext>
            </a:extLst>
          </p:cNvPr>
          <p:cNvSpPr>
            <a:spLocks xmlns:a="http://schemas.openxmlformats.org/drawingml/2006/main" noGrp="1"/>
          </p:cNvSpPr>
          <p:nvPr/>
        </p:nvSpPr>
        <p:spPr>
          <a:xfrm xmlns:a="http://schemas.openxmlformats.org/drawingml/2006/main">
            <a:off x="8334375" y="6524625"/>
            <a:ext cx="4000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eaLnBrk="0" latinLnBrk="0">
              <a:buNone/>
              <a:defRPr sz="900" b="0" lang="ko-KR">
                <a:solidFill>
                  <a:srgbClr val="5B6570"/>
                </a:solidFill>
                <a:latin typeface="맑은 고딕"/>
                <a:ea typeface="맑은 고딕"/>
                <a:cs typeface="맑은 고딕"/>
              </a:defRPr>
            </a:pPr>
            <a:r>
              <a:rPr sz="900" b="0" lang="ko-KR">
                <a:solidFill>
                  <a:srgbClr val="5B6570"/>
                </a:solidFill>
                <a:latin typeface="맑은 고딕"/>
                <a:ea typeface="맑은 고딕"/>
                <a:cs typeface="맑은 고딕"/>
              </a:rPr>
              <a:t>07</a:t>
            </a:r>
          </a:p>
        </p:txBody>
      </p:sp>
      <p:sp>
        <p:nvSpPr>
          <p:cNvPr id="141" name="">
            <a:extLst xmlns:a="http://schemas.openxmlformats.org/drawingml/2006/main">
              <a:ext uri="{FF2B5EF4-FFF2-40B4-BE49-F238E27FC236}">
                <a16:creationId xmlns:a16="http://schemas.microsoft.com/office/drawing/2014/main" id="{74724446-2036-4A4F-AA3D-A3D4B80B8B0E}"/>
              </a:ext>
            </a:extLst>
          </p:cNvPr>
          <p:cNvSpPr>
            <a:spLocks xmlns:a="http://schemas.openxmlformats.org/drawingml/2006/main" noGrp="1"/>
          </p:cNvSpPr>
          <p:nvPr/>
        </p:nvSpPr>
        <p:spPr>
          <a:xfrm xmlns:a="http://schemas.openxmlformats.org/drawingml/2006/main">
            <a:off x="419100" y="17811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eaLnBrk="0" latinLnBrk="0">
              <a:lnSpc>
                <a:spcPct val="123000"/>
              </a:lnSpc>
              <a:buNone/>
              <a:defRPr sz="1350" b="1" lang="ko-KR">
                <a:solidFill>
                  <a:srgbClr val="9E472F"/>
                </a:solidFill>
                <a:latin typeface="맑은 고딕"/>
                <a:ea typeface="맑은 고딕"/>
                <a:cs typeface="맑은 고딕"/>
              </a:defRPr>
            </a:pPr>
            <a:r>
              <a:rPr sz="1350" b="1" lang="ko-KR">
                <a:solidFill>
                  <a:srgbClr val="9E472F"/>
                </a:solidFill>
                <a:latin typeface="맑은 고딕"/>
                <a:ea typeface="맑은 고딕"/>
                <a:cs typeface="맑은 고딕"/>
              </a:rPr>
              <a:t>① 실패 발생</a:t>
            </a:r>
          </a:p>
        </p:txBody>
      </p:sp>
      <p:sp>
        <p:nvSpPr>
          <p:cNvPr id="142" name="">
            <a:extLst xmlns:a="http://schemas.openxmlformats.org/drawingml/2006/main">
              <a:ext uri="{FF2B5EF4-FFF2-40B4-BE49-F238E27FC236}">
                <a16:creationId xmlns:a16="http://schemas.microsoft.com/office/drawing/2014/main" id="{E910F1C1-339F-4E5B-B533-DF6100AF3125}"/>
              </a:ext>
            </a:extLst>
          </p:cNvPr>
          <p:cNvSpPr>
            <a:spLocks xmlns:a="http://schemas.openxmlformats.org/drawingml/2006/main" noGrp="1"/>
          </p:cNvSpPr>
          <p:nvPr/>
        </p:nvSpPr>
        <p:spPr>
          <a:xfrm xmlns:a="http://schemas.openxmlformats.org/drawingml/2006/main">
            <a:off x="2543175" y="17811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eaLnBrk="0" latinLnBrk="0">
              <a:lnSpc>
                <a:spcPct val="123000"/>
              </a:lnSpc>
              <a:buNone/>
              <a:defRPr sz="1350" b="1" lang="ko-KR">
                <a:solidFill>
                  <a:srgbClr val="9E472F"/>
                </a:solidFill>
                <a:latin typeface="맑은 고딕"/>
                <a:ea typeface="맑은 고딕"/>
                <a:cs typeface="맑은 고딕"/>
              </a:defRPr>
            </a:pPr>
            <a:r>
              <a:rPr sz="1350" b="1" lang="ko-KR">
                <a:solidFill>
                  <a:srgbClr val="9E472F"/>
                </a:solidFill>
                <a:latin typeface="맑은 고딕"/>
                <a:ea typeface="맑은 고딕"/>
                <a:cs typeface="맑은 고딕"/>
              </a:rPr>
              <a:t>② 실패 원인 선택</a:t>
            </a:r>
          </a:p>
        </p:txBody>
      </p:sp>
      <p:sp>
        <p:nvSpPr>
          <p:cNvPr id="143" name="">
            <a:extLst xmlns:a="http://schemas.openxmlformats.org/drawingml/2006/main">
              <a:ext uri="{FF2B5EF4-FFF2-40B4-BE49-F238E27FC236}">
                <a16:creationId xmlns:a16="http://schemas.microsoft.com/office/drawing/2014/main" id="{2E2370CE-0FE3-4516-92CE-A741FCC1035C}"/>
              </a:ext>
            </a:extLst>
          </p:cNvPr>
          <p:cNvSpPr>
            <a:spLocks xmlns:a="http://schemas.openxmlformats.org/drawingml/2006/main" noGrp="1"/>
          </p:cNvSpPr>
          <p:nvPr/>
        </p:nvSpPr>
        <p:spPr>
          <a:xfrm xmlns:a="http://schemas.openxmlformats.org/drawingml/2006/main">
            <a:off x="4667250" y="17811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eaLnBrk="0" latinLnBrk="0">
              <a:lnSpc>
                <a:spcPct val="123000"/>
              </a:lnSpc>
              <a:buNone/>
              <a:defRPr sz="1350" b="0" lang="ko-KR">
                <a:solidFill>
                  <a:srgbClr val="5B6570"/>
                </a:solidFill>
                <a:latin typeface="맑은 고딕"/>
                <a:ea typeface="맑은 고딕"/>
                <a:cs typeface="맑은 고딕"/>
              </a:defRPr>
            </a:pPr>
            <a:r>
              <a:rPr sz="1350" b="0" lang="ko-KR">
                <a:solidFill>
                  <a:srgbClr val="5B6570"/>
                </a:solidFill>
                <a:latin typeface="맑은 고딕"/>
                <a:ea typeface="맑은 고딕"/>
                <a:cs typeface="맑은 고딕"/>
              </a:rPr>
              <a:t>③ 회복안 제안</a:t>
            </a:r>
          </a:p>
        </p:txBody>
      </p:sp>
      <p:sp>
        <p:nvSpPr>
          <p:cNvPr id="144" name="">
            <a:extLst xmlns:a="http://schemas.openxmlformats.org/drawingml/2006/main">
              <a:ext uri="{FF2B5EF4-FFF2-40B4-BE49-F238E27FC236}">
                <a16:creationId xmlns:a16="http://schemas.microsoft.com/office/drawing/2014/main" id="{07199AAA-DAF7-4017-B19B-1E7CAE4081D1}"/>
              </a:ext>
            </a:extLst>
          </p:cNvPr>
          <p:cNvSpPr>
            <a:spLocks xmlns:a="http://schemas.openxmlformats.org/drawingml/2006/main" noGrp="1"/>
          </p:cNvSpPr>
          <p:nvPr/>
        </p:nvSpPr>
        <p:spPr>
          <a:xfrm xmlns:a="http://schemas.openxmlformats.org/drawingml/2006/main">
            <a:off x="6791325" y="17811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eaLnBrk="0" latinLnBrk="0">
              <a:lnSpc>
                <a:spcPct val="123000"/>
              </a:lnSpc>
              <a:buNone/>
              <a:defRPr sz="1350" b="0" lang="ko-KR">
                <a:solidFill>
                  <a:srgbClr val="5B6570"/>
                </a:solidFill>
                <a:latin typeface="맑은 고딕"/>
                <a:ea typeface="맑은 고딕"/>
                <a:cs typeface="맑은 고딕"/>
              </a:defRPr>
            </a:pPr>
            <a:r>
              <a:rPr sz="1350" b="0" lang="ko-KR">
                <a:solidFill>
                  <a:srgbClr val="5B6570"/>
                </a:solidFill>
                <a:latin typeface="맑은 고딕"/>
                <a:ea typeface="맑은 고딕"/>
                <a:cs typeface="맑은 고딕"/>
              </a:rPr>
              <a:t>④ 변경된 계획 확인</a:t>
            </a:r>
          </a:p>
        </p:txBody>
      </p:sp>
      <p:pic>
        <p:nvPicPr>
          <p:cNvPr id="169" name=""/>
          <p:cNvPicPr>
            <a:picLocks xmlns:a="http://schemas.openxmlformats.org/drawingml/2006/main" noChangeAspect="1"/>
          </p:cNvPicPr>
          <p:nvPr/>
        </p:nvPicPr>
        <p:blipFill>
          <a:blip xmlns:r="http://schemas.openxmlformats.org/officeDocument/2006/relationships" xmlns:a="http://schemas.openxmlformats.org/drawingml/2006/main" r:embed="R9cb78e78a6ad4b58"/>
          <a:stretch xmlns:a="http://schemas.openxmlformats.org/drawingml/2006/main"/>
        </p:blipFill>
        <p:spPr>
          <a:xfrm xmlns:a="http://schemas.openxmlformats.org/drawingml/2006/main">
            <a:off x="529360" y="2171700"/>
            <a:ext cx="1874980" cy="4057650"/>
          </a:xfrm>
          <a:prstGeom xmlns:a="http://schemas.openxmlformats.org/drawingml/2006/main" prst="rect">
            <a:avLst/>
          </a:prstGeom>
        </p:spPr>
      </p:pic>
      <p:pic>
        <p:nvPicPr>
          <p:cNvPr id="170" name=""/>
          <p:cNvPicPr>
            <a:picLocks xmlns:a="http://schemas.openxmlformats.org/drawingml/2006/main" noChangeAspect="1"/>
          </p:cNvPicPr>
          <p:nvPr/>
        </p:nvPicPr>
        <p:blipFill>
          <a:blip xmlns:r="http://schemas.openxmlformats.org/officeDocument/2006/relationships" xmlns:a="http://schemas.openxmlformats.org/drawingml/2006/main" r:embed="R4db33df340b3444e"/>
          <a:stretch xmlns:a="http://schemas.openxmlformats.org/drawingml/2006/main"/>
        </p:blipFill>
        <p:spPr>
          <a:xfrm xmlns:a="http://schemas.openxmlformats.org/drawingml/2006/main">
            <a:off x="2758210" y="2171700"/>
            <a:ext cx="1874980" cy="4057650"/>
          </a:xfrm>
          <a:prstGeom xmlns:a="http://schemas.openxmlformats.org/drawingml/2006/main" prst="rect">
            <a:avLst/>
          </a:prstGeom>
        </p:spPr>
      </p:pic>
      <p:sp>
        <p:nvSpPr>
          <p:cNvPr id="147" name="">
            <a:extLst xmlns:a="http://schemas.openxmlformats.org/drawingml/2006/main">
              <a:ext uri="{FF2B5EF4-FFF2-40B4-BE49-F238E27FC236}">
                <a16:creationId xmlns:a16="http://schemas.microsoft.com/office/drawing/2014/main" id="{029CE92D-8347-437A-9781-14618EA68005}"/>
              </a:ext>
            </a:extLst>
          </p:cNvPr>
          <p:cNvSpPr>
            <a:spLocks xmlns:a="http://schemas.openxmlformats.org/drawingml/2006/main" noGrp="1"/>
          </p:cNvSpPr>
          <p:nvPr/>
        </p:nvSpPr>
        <p:spPr>
          <a:xfrm xmlns:a="http://schemas.openxmlformats.org/drawingml/2006/main">
            <a:off x="4991100" y="2190750"/>
            <a:ext cx="3714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eaLnBrk="0" latinLnBrk="0">
              <a:lnSpc>
                <a:spcPct val="123000"/>
              </a:lnSpc>
              <a:buNone/>
              <a:defRPr sz="1613" b="1" lang="ko-KR">
                <a:solidFill>
                  <a:srgbClr val="3B5AA8"/>
                </a:solidFill>
                <a:latin typeface="맑은 고딕"/>
                <a:ea typeface="맑은 고딕"/>
                <a:cs typeface="맑은 고딕"/>
              </a:defRPr>
            </a:pPr>
            <a:r>
              <a:rPr sz="1613" b="1" lang="ko-KR">
                <a:solidFill>
                  <a:srgbClr val="3B5AA8"/>
                </a:solidFill>
                <a:latin typeface="맑은 고딕"/>
                <a:ea typeface="맑은 고딕"/>
                <a:cs typeface="맑은 고딕"/>
              </a:rPr>
              <a:t>문제</a:t>
            </a:r>
          </a:p>
        </p:txBody>
      </p:sp>
      <p:sp>
        <p:nvSpPr>
          <p:cNvPr id="148" name="">
            <a:extLst xmlns:a="http://schemas.openxmlformats.org/drawingml/2006/main">
              <a:ext uri="{FF2B5EF4-FFF2-40B4-BE49-F238E27FC236}">
                <a16:creationId xmlns:a16="http://schemas.microsoft.com/office/drawing/2014/main" id="{3B2343EA-4221-40D7-B1F3-AC5D08676E71}"/>
              </a:ext>
            </a:extLst>
          </p:cNvPr>
          <p:cNvSpPr>
            <a:spLocks xmlns:a="http://schemas.openxmlformats.org/drawingml/2006/main" noGrp="1"/>
          </p:cNvSpPr>
          <p:nvPr/>
        </p:nvSpPr>
        <p:spPr>
          <a:xfrm xmlns:a="http://schemas.openxmlformats.org/drawingml/2006/main">
            <a:off x="4991100" y="2505075"/>
            <a:ext cx="3714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eaLnBrk="0" latinLnBrk="0">
              <a:lnSpc>
                <a:spcPct val="123000"/>
              </a:lnSpc>
              <a:buNone/>
              <a:defRPr sz="1500" b="0" lang="ko-KR">
                <a:solidFill>
                  <a:srgbClr val="24292F"/>
                </a:solidFill>
                <a:latin typeface="맑은 고딕"/>
                <a:ea typeface="맑은 고딕"/>
                <a:cs typeface="맑은 고딕"/>
              </a:defRPr>
            </a:pPr>
            <a:r>
              <a:rPr sz="1500" b="0" lang="ko-KR">
                <a:solidFill>
                  <a:srgbClr val="24292F"/>
                </a:solidFill>
                <a:latin typeface="맑은 고딕"/>
                <a:ea typeface="맑은 고딕"/>
                <a:cs typeface="맑은 고딕"/>
              </a:rPr>
              <a:t>완료 여부만 남기면 못한 이유를</a:t>
            </a:r>
          </a:p>
          <a:p xmlns:a="http://schemas.openxmlformats.org/drawingml/2006/main">
            <a:pPr algn="l" eaLnBrk="0" latinLnBrk="0">
              <a:lnSpc>
                <a:spcPct val="123000"/>
              </a:lnSpc>
              <a:buNone/>
              <a:defRPr sz="1500" b="0" lang="ko-KR">
                <a:solidFill>
                  <a:srgbClr val="24292F"/>
                </a:solidFill>
                <a:latin typeface="맑은 고딕"/>
                <a:ea typeface="맑은 고딕"/>
                <a:cs typeface="맑은 고딕"/>
              </a:defRPr>
            </a:pPr>
            <a:r>
              <a:rPr sz="1500" b="0" lang="ko-KR">
                <a:solidFill>
                  <a:srgbClr val="24292F"/>
                </a:solidFill>
                <a:latin typeface="맑은 고딕"/>
                <a:ea typeface="맑은 고딕"/>
                <a:cs typeface="맑은 고딕"/>
              </a:rPr>
              <a:t>다음 계획에 활용하기 어렵다.</a:t>
            </a:r>
          </a:p>
        </p:txBody>
      </p:sp>
      <p:sp>
        <p:nvSpPr>
          <p:cNvPr id="149" name="">
            <a:extLst xmlns:a="http://schemas.openxmlformats.org/drawingml/2006/main">
              <a:ext uri="{FF2B5EF4-FFF2-40B4-BE49-F238E27FC236}">
                <a16:creationId xmlns:a16="http://schemas.microsoft.com/office/drawing/2014/main" id="{AE9E07A5-D19E-4C97-BFC1-912C325D2956}"/>
              </a:ext>
            </a:extLst>
          </p:cNvPr>
          <p:cNvSpPr>
            <a:spLocks xmlns:a="http://schemas.openxmlformats.org/drawingml/2006/main" noGrp="1"/>
          </p:cNvSpPr>
          <p:nvPr/>
        </p:nvSpPr>
        <p:spPr>
          <a:xfrm xmlns:a="http://schemas.openxmlformats.org/drawingml/2006/main">
            <a:off x="4991100" y="3181350"/>
            <a:ext cx="3714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eaLnBrk="0" latinLnBrk="0">
              <a:lnSpc>
                <a:spcPct val="123000"/>
              </a:lnSpc>
              <a:buNone/>
              <a:defRPr sz="1613" b="1" lang="ko-KR">
                <a:solidFill>
                  <a:srgbClr val="3B5AA8"/>
                </a:solidFill>
                <a:latin typeface="맑은 고딕"/>
                <a:ea typeface="맑은 고딕"/>
                <a:cs typeface="맑은 고딕"/>
              </a:defRPr>
            </a:pPr>
            <a:r>
              <a:rPr sz="1613" b="1" lang="ko-KR">
                <a:solidFill>
                  <a:srgbClr val="3B5AA8"/>
                </a:solidFill>
                <a:latin typeface="맑은 고딕"/>
                <a:ea typeface="맑은 고딕"/>
                <a:cs typeface="맑은 고딕"/>
              </a:rPr>
              <a:t>기능과 사용</a:t>
            </a:r>
          </a:p>
        </p:txBody>
      </p:sp>
      <p:sp>
        <p:nvSpPr>
          <p:cNvPr id="150" name="">
            <a:extLst xmlns:a="http://schemas.openxmlformats.org/drawingml/2006/main">
              <a:ext uri="{FF2B5EF4-FFF2-40B4-BE49-F238E27FC236}">
                <a16:creationId xmlns:a16="http://schemas.microsoft.com/office/drawing/2014/main" id="{4BE33AE3-228B-4321-8CBB-4FB644E7AD8C}"/>
              </a:ext>
            </a:extLst>
          </p:cNvPr>
          <p:cNvSpPr>
            <a:spLocks xmlns:a="http://schemas.openxmlformats.org/drawingml/2006/main" noGrp="1"/>
          </p:cNvSpPr>
          <p:nvPr/>
        </p:nvSpPr>
        <p:spPr>
          <a:xfrm xmlns:a="http://schemas.openxmlformats.org/drawingml/2006/main">
            <a:off x="4991100" y="3495675"/>
            <a:ext cx="3714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eaLnBrk="0" latinLnBrk="0">
              <a:lnSpc>
                <a:spcPct val="123000"/>
              </a:lnSpc>
              <a:buNone/>
              <a:defRPr sz="1500" b="0" lang="ko-KR">
                <a:solidFill>
                  <a:srgbClr val="24292F"/>
                </a:solidFill>
                <a:latin typeface="맑은 고딕"/>
                <a:ea typeface="맑은 고딕"/>
                <a:cs typeface="맑은 고딕"/>
              </a:defRPr>
            </a:pPr>
            <a:r>
              <a:rPr sz="1500" b="0" lang="ko-KR">
                <a:solidFill>
                  <a:srgbClr val="24292F"/>
                </a:solidFill>
                <a:latin typeface="맑은 고딕"/>
                <a:ea typeface="맑은 고딕"/>
                <a:cs typeface="맑은 고딕"/>
              </a:rPr>
              <a:t>일부 완료 또는 실패를 고른다.</a:t>
            </a:r>
          </a:p>
          <a:p xmlns:a="http://schemas.openxmlformats.org/drawingml/2006/main">
            <a:pPr algn="l" eaLnBrk="0" latinLnBrk="0">
              <a:lnSpc>
                <a:spcPct val="123000"/>
              </a:lnSpc>
              <a:buNone/>
              <a:defRPr sz="1500" b="0" lang="ko-KR">
                <a:solidFill>
                  <a:srgbClr val="24292F"/>
                </a:solidFill>
                <a:latin typeface="맑은 고딕"/>
                <a:ea typeface="맑은 고딕"/>
                <a:cs typeface="맑은 고딕"/>
              </a:defRPr>
            </a:pPr>
            <a:r>
              <a:rPr sz="1500" b="0" lang="ko-KR">
                <a:solidFill>
                  <a:srgbClr val="24292F"/>
                </a:solidFill>
                <a:latin typeface="맑은 고딕"/>
                <a:ea typeface="맑은 고딕"/>
                <a:cs typeface="맑은 고딕"/>
              </a:rPr>
              <a:t>원인 1~2개와 필요한 설명을 남긴다.</a:t>
            </a:r>
          </a:p>
        </p:txBody>
      </p:sp>
      <p:sp>
        <p:nvSpPr>
          <p:cNvPr id="151" name="">
            <a:extLst xmlns:a="http://schemas.openxmlformats.org/drawingml/2006/main">
              <a:ext uri="{FF2B5EF4-FFF2-40B4-BE49-F238E27FC236}">
                <a16:creationId xmlns:a16="http://schemas.microsoft.com/office/drawing/2014/main" id="{B375932C-5FC5-4245-BB48-FBADC6EE29B4}"/>
              </a:ext>
            </a:extLst>
          </p:cNvPr>
          <p:cNvSpPr>
            <a:spLocks xmlns:a="http://schemas.openxmlformats.org/drawingml/2006/main" noGrp="1"/>
          </p:cNvSpPr>
          <p:nvPr/>
        </p:nvSpPr>
        <p:spPr>
          <a:xfrm xmlns:a="http://schemas.openxmlformats.org/drawingml/2006/main">
            <a:off x="4991100" y="4238625"/>
            <a:ext cx="3714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eaLnBrk="0" latinLnBrk="0">
              <a:lnSpc>
                <a:spcPct val="123000"/>
              </a:lnSpc>
              <a:buNone/>
              <a:defRPr sz="1613" b="1" lang="ko-KR">
                <a:solidFill>
                  <a:srgbClr val="3B5AA8"/>
                </a:solidFill>
                <a:latin typeface="맑은 고딕"/>
                <a:ea typeface="맑은 고딕"/>
                <a:cs typeface="맑은 고딕"/>
              </a:defRPr>
            </a:pPr>
            <a:r>
              <a:rPr sz="1613" b="1" lang="ko-KR">
                <a:solidFill>
                  <a:srgbClr val="3B5AA8"/>
                </a:solidFill>
                <a:latin typeface="맑은 고딕"/>
                <a:ea typeface="맑은 고딕"/>
                <a:cs typeface="맑은 고딕"/>
              </a:rPr>
              <a:t>구현 방식</a:t>
            </a:r>
          </a:p>
        </p:txBody>
      </p:sp>
      <p:sp>
        <p:nvSpPr>
          <p:cNvPr id="152" name="">
            <a:extLst xmlns:a="http://schemas.openxmlformats.org/drawingml/2006/main">
              <a:ext uri="{FF2B5EF4-FFF2-40B4-BE49-F238E27FC236}">
                <a16:creationId xmlns:a16="http://schemas.microsoft.com/office/drawing/2014/main" id="{F85AE3FB-260A-4505-97ED-0CFEB90D5B2F}"/>
              </a:ext>
            </a:extLst>
          </p:cNvPr>
          <p:cNvSpPr>
            <a:spLocks xmlns:a="http://schemas.openxmlformats.org/drawingml/2006/main" noGrp="1"/>
          </p:cNvSpPr>
          <p:nvPr/>
        </p:nvSpPr>
        <p:spPr>
          <a:xfrm xmlns:a="http://schemas.openxmlformats.org/drawingml/2006/main">
            <a:off x="4991100" y="4552950"/>
            <a:ext cx="371475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eaLnBrk="0" latinLnBrk="0">
              <a:lnSpc>
                <a:spcPct val="123000"/>
              </a:lnSpc>
              <a:buNone/>
              <a:defRPr sz="1500" b="0" lang="ko-KR">
                <a:solidFill>
                  <a:srgbClr val="24292F"/>
                </a:solidFill>
                <a:latin typeface="맑은 고딕"/>
                <a:ea typeface="맑은 고딕"/>
                <a:cs typeface="맑은 고딕"/>
              </a:defRPr>
            </a:pPr>
            <a:r>
              <a:rPr sz="1500" b="0" lang="ko-KR">
                <a:solidFill>
                  <a:srgbClr val="24292F"/>
                </a:solidFill>
                <a:latin typeface="맑은 고딕"/>
                <a:ea typeface="맑은 고딕"/>
                <a:cs typeface="맑은 고딕"/>
              </a:rPr>
              <a:t>같은 실행 번호로 결과와 원인을 저장해</a:t>
            </a:r>
          </a:p>
          <a:p xmlns:a="http://schemas.openxmlformats.org/drawingml/2006/main">
            <a:pPr algn="l" eaLnBrk="0" latinLnBrk="0">
              <a:lnSpc>
                <a:spcPct val="123000"/>
              </a:lnSpc>
              <a:buNone/>
              <a:defRPr sz="1500" b="0" lang="ko-KR">
                <a:solidFill>
                  <a:srgbClr val="24292F"/>
                </a:solidFill>
                <a:latin typeface="맑은 고딕"/>
                <a:ea typeface="맑은 고딕"/>
                <a:cs typeface="맑은 고딕"/>
              </a:defRPr>
            </a:pPr>
            <a:r>
              <a:rPr sz="1500" b="0" lang="ko-KR">
                <a:solidFill>
                  <a:srgbClr val="24292F"/>
                </a:solidFill>
                <a:latin typeface="맑은 고딕"/>
                <a:ea typeface="맑은 고딕"/>
                <a:cs typeface="맑은 고딕"/>
              </a:rPr>
              <a:t>회복에 전달한다. 일시정지는 제외한다.</a:t>
            </a:r>
          </a:p>
        </p:txBody>
      </p:sp>
      <p:sp>
        <p:nvSpPr>
          <p:cNvPr id="153" name="">
            <a:extLst xmlns:a="http://schemas.openxmlformats.org/drawingml/2006/main">
              <a:ext uri="{FF2B5EF4-FFF2-40B4-BE49-F238E27FC236}">
                <a16:creationId xmlns:a16="http://schemas.microsoft.com/office/drawing/2014/main" id="{90B8B9B0-944F-4900-AD24-A6B8F822971E}"/>
              </a:ext>
            </a:extLst>
          </p:cNvPr>
          <p:cNvSpPr>
            <a:spLocks xmlns:a="http://schemas.openxmlformats.org/drawingml/2006/main" noGrp="1"/>
          </p:cNvSpPr>
          <p:nvPr/>
        </p:nvSpPr>
        <p:spPr>
          <a:xfrm xmlns:a="http://schemas.openxmlformats.org/drawingml/2006/main">
            <a:off x="4991100" y="5391150"/>
            <a:ext cx="3714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eaLnBrk="0" latinLnBrk="0">
              <a:lnSpc>
                <a:spcPct val="123000"/>
              </a:lnSpc>
              <a:buNone/>
              <a:defRPr sz="1613" b="1" lang="ko-KR">
                <a:solidFill>
                  <a:srgbClr val="9E472F"/>
                </a:solidFill>
                <a:latin typeface="맑은 고딕"/>
                <a:ea typeface="맑은 고딕"/>
                <a:cs typeface="맑은 고딕"/>
              </a:defRPr>
            </a:pPr>
            <a:r>
              <a:rPr sz="1613" b="1" lang="ko-KR">
                <a:solidFill>
                  <a:srgbClr val="9E472F"/>
                </a:solidFill>
                <a:latin typeface="맑은 고딕"/>
                <a:ea typeface="맑은 고딕"/>
                <a:cs typeface="맑은 고딕"/>
              </a:rPr>
              <a:t>사용자 변화</a:t>
            </a:r>
          </a:p>
        </p:txBody>
      </p:sp>
      <p:sp>
        <p:nvSpPr>
          <p:cNvPr id="154" name="">
            <a:extLst xmlns:a="http://schemas.openxmlformats.org/drawingml/2006/main">
              <a:ext uri="{FF2B5EF4-FFF2-40B4-BE49-F238E27FC236}">
                <a16:creationId xmlns:a16="http://schemas.microsoft.com/office/drawing/2014/main" id="{DB12C69D-4AF2-490B-8FDD-11E9E759EF7E}"/>
              </a:ext>
            </a:extLst>
          </p:cNvPr>
          <p:cNvSpPr>
            <a:spLocks xmlns:a="http://schemas.openxmlformats.org/drawingml/2006/main" noGrp="1"/>
          </p:cNvSpPr>
          <p:nvPr/>
        </p:nvSpPr>
        <p:spPr>
          <a:xfrm xmlns:a="http://schemas.openxmlformats.org/drawingml/2006/main">
            <a:off x="4991100" y="5705475"/>
            <a:ext cx="3714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eaLnBrk="0" latinLnBrk="0">
              <a:lnSpc>
                <a:spcPct val="123000"/>
              </a:lnSpc>
              <a:buNone/>
              <a:defRPr sz="1500" b="0" lang="ko-KR">
                <a:solidFill>
                  <a:srgbClr val="24292F"/>
                </a:solidFill>
                <a:latin typeface="맑은 고딕"/>
                <a:ea typeface="맑은 고딕"/>
                <a:cs typeface="맑은 고딕"/>
              </a:defRPr>
            </a:pPr>
            <a:r>
              <a:rPr sz="1500" b="0" lang="ko-KR">
                <a:solidFill>
                  <a:srgbClr val="24292F"/>
                </a:solidFill>
                <a:latin typeface="맑은 고딕"/>
                <a:ea typeface="맑은 고딕"/>
                <a:cs typeface="맑은 고딕"/>
              </a:rPr>
              <a:t>실패를 지우거나 새로 입력하지 않고</a:t>
            </a:r>
          </a:p>
          <a:p xmlns:a="http://schemas.openxmlformats.org/drawingml/2006/main">
            <a:pPr algn="l" eaLnBrk="0" latinLnBrk="0">
              <a:lnSpc>
                <a:spcPct val="123000"/>
              </a:lnSpc>
              <a:buNone/>
              <a:defRPr sz="1500" b="0" lang="ko-KR">
                <a:solidFill>
                  <a:srgbClr val="24292F"/>
                </a:solidFill>
                <a:latin typeface="맑은 고딕"/>
                <a:ea typeface="맑은 고딕"/>
                <a:cs typeface="맑은 고딕"/>
              </a:defRPr>
            </a:pPr>
            <a:r>
              <a:rPr sz="1500" b="0" lang="ko-KR">
                <a:solidFill>
                  <a:srgbClr val="24292F"/>
                </a:solidFill>
                <a:latin typeface="맑은 고딕"/>
                <a:ea typeface="맑은 고딕"/>
                <a:cs typeface="맑은 고딕"/>
              </a:rPr>
              <a:t>이유에 맞는 회복안을 확인한다.</a:t>
            </a:r>
          </a:p>
        </p:txBody>
      </p:sp>
      <p:sp>
        <p:nvSpPr>
          <p:cNvPr id="155" name="">
            <a:extLst xmlns:a="http://schemas.openxmlformats.org/drawingml/2006/main">
              <a:ext uri="{FF2B5EF4-FFF2-40B4-BE49-F238E27FC236}">
                <a16:creationId xmlns:a16="http://schemas.microsoft.com/office/drawing/2014/main" id="{C5A1C03D-D21C-4193-B2EE-005E4959D68A}"/>
              </a:ext>
            </a:extLst>
          </p:cNvPr>
          <p:cNvSpPr>
            <a:spLocks xmlns:a="http://schemas.openxmlformats.org/drawingml/2006/main" noGrp="1"/>
          </p:cNvSpPr>
          <p:nvPr/>
        </p:nvSpPr>
        <p:spPr>
          <a:xfrm xmlns:a="http://schemas.openxmlformats.org/drawingml/2006/main">
            <a:off x="4991100" y="6296025"/>
            <a:ext cx="3714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eaLnBrk="0" latinLnBrk="0">
              <a:lnSpc>
                <a:spcPct val="123000"/>
              </a:lnSpc>
              <a:buNone/>
              <a:defRPr sz="863" b="0" lang="ko-KR">
                <a:solidFill>
                  <a:srgbClr val="5B6570"/>
                </a:solidFill>
                <a:latin typeface="맑은 고딕"/>
                <a:ea typeface="맑은 고딕"/>
                <a:cs typeface="맑은 고딕"/>
              </a:defRPr>
            </a:pPr>
            <a:r>
              <a:rPr sz="863" b="0" lang="ko-KR">
                <a:solidFill>
                  <a:srgbClr val="5B6570"/>
                </a:solidFill>
                <a:latin typeface="맑은 고딕"/>
                <a:ea typeface="맑은 고딕"/>
                <a:cs typeface="맑은 고딕"/>
              </a:rPr>
              <a:t>실제 UI, 시연용 예시 데이터.</a:t>
            </a:r>
          </a:p>
        </p:txBody>
      </p:sp>
    </p:spTree>
    <p:extLst>
      <p:ext uri="{BB962C8B-B14F-4D97-AF65-F5344CB8AC3E}">
        <p14:creationId xmlns:p14="http://schemas.microsoft.com/office/powerpoint/2010/main" val="3195766679"/>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4" name="직사각형 23">
            <a:extLst xmlns:a="http://schemas.openxmlformats.org/drawingml/2006/main">
              <a:ext uri="{FF2B5EF4-FFF2-40B4-BE49-F238E27FC236}">
                <a16:creationId xmlns:a16="http://schemas.microsoft.com/office/drawing/2014/main" id="{87FE247D-BCD8-49C9-AB08-42C204606102}"/>
              </a:ext>
            </a:extLst>
          </p:cNvPr>
          <p:cNvSpPr>
            <a:spLocks xmlns:a="http://schemas.openxmlformats.org/drawingml/2006/main" noGrp="1"/>
          </p:cNvSpPr>
          <p:nvPr/>
        </p:nvSpPr>
        <p:spPr>
          <a:xfrm xmlns:a="http://schemas.openxmlformats.org/drawingml/2006/main">
            <a:off x="107504" y="0"/>
            <a:ext cx="3096344" cy="1124744"/>
          </a:xfrm>
          <a:prstGeom xmlns:a="http://schemas.openxmlformats.org/drawingml/2006/main" prst="rect">
            <a:avLst/>
          </a:prstGeom>
          <a:solidFill xmlns:a="http://schemas.openxmlformats.org/drawingml/2006/main">
            <a:srgbClr val="3B5AA8"/>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eaLnBrk="0" latinLnBrk="0">
              <a:buNone/>
            </a:pPr>
            <a:endParaRPr lang="ko-KR"/>
          </a:p>
        </p:txBody>
      </p:sp>
      <p:sp>
        <p:nvSpPr>
          <p:cNvPr id="25" name="직선 연결선 24">
            <a:extLst xmlns:a="http://schemas.openxmlformats.org/drawingml/2006/main">
              <a:ext uri="{FF2B5EF4-FFF2-40B4-BE49-F238E27FC236}">
                <a16:creationId xmlns:a16="http://schemas.microsoft.com/office/drawing/2014/main" id="{56E72A93-616C-44BF-B205-95E477EF8F6D}"/>
              </a:ext>
            </a:extLst>
          </p:cNvPr>
          <p:cNvSpPr>
            <a:spLocks xmlns:a="http://schemas.openxmlformats.org/drawingml/2006/main" noGrp="1"/>
          </p:cNvSpPr>
          <p:nvPr/>
        </p:nvSpPr>
        <p:spPr>
          <a:xfrm xmlns:a="http://schemas.openxmlformats.org/drawingml/2006/main">
            <a:off x="424356" y="541195"/>
            <a:ext cx="2591728" cy="0"/>
          </a:xfrm>
          <a:prstGeom xmlns:a="http://schemas.openxmlformats.org/drawingml/2006/main" prst="line">
            <a:avLst/>
          </a:prstGeom>
          <a:ln xmlns:a="http://schemas.openxmlformats.org/drawingml/2006/main" w="28575">
            <a:solidFill>
              <a:schemeClr val="bg1">
                <a:lumMod val="95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txBody>
          <a:bodyPr xmlns:a="http://schemas.openxmlformats.org/drawingml/2006/main"/>
          <a:lstStyle xmlns:a="http://schemas.openxmlformats.org/drawingml/2006/main"/>
          <a:p xmlns:a="http://schemas.openxmlformats.org/drawingml/2006/main">
            <a:pPr eaLnBrk="0" latinLnBrk="0">
              <a:buNone/>
            </a:pPr>
            <a:endParaRPr lang="ko-KR"/>
          </a:p>
        </p:txBody>
      </p:sp>
      <p:sp>
        <p:nvSpPr>
          <p:cNvPr id="26" name="직선 연결선 25">
            <a:extLst xmlns:a="http://schemas.openxmlformats.org/drawingml/2006/main">
              <a:ext uri="{FF2B5EF4-FFF2-40B4-BE49-F238E27FC236}">
                <a16:creationId xmlns:a16="http://schemas.microsoft.com/office/drawing/2014/main" id="{072C1394-538A-4BCF-9224-0784E0A048B3}"/>
              </a:ext>
            </a:extLst>
          </p:cNvPr>
          <p:cNvSpPr>
            <a:spLocks xmlns:a="http://schemas.openxmlformats.org/drawingml/2006/main" noGrp="1"/>
          </p:cNvSpPr>
          <p:nvPr/>
        </p:nvSpPr>
        <p:spPr>
          <a:xfrm xmlns:a="http://schemas.openxmlformats.org/drawingml/2006/main">
            <a:off x="3275856" y="548680"/>
            <a:ext cx="5328592" cy="0"/>
          </a:xfrm>
          <a:prstGeom xmlns:a="http://schemas.openxmlformats.org/drawingml/2006/main" prst="line">
            <a:avLst/>
          </a:prstGeom>
          <a:ln xmlns:a="http://schemas.openxmlformats.org/drawingml/2006/main" w="28575">
            <a:solidFill>
              <a:srgbClr val="3B5AA8"/>
            </a:solidFill>
          </a:ln>
        </p:spPr>
        <p:style>
          <a:lnRef xmlns:a="http://schemas.openxmlformats.org/drawingml/2006/main" idx="1">
            <a:schemeClr val="accent4"/>
          </a:lnRef>
          <a:fillRef xmlns:a="http://schemas.openxmlformats.org/drawingml/2006/main" idx="0">
            <a:schemeClr val="accent4"/>
          </a:fillRef>
          <a:effectRef xmlns:a="http://schemas.openxmlformats.org/drawingml/2006/main" idx="0">
            <a:schemeClr val="accent4"/>
          </a:effectRef>
          <a:fontRef xmlns:a="http://schemas.openxmlformats.org/drawingml/2006/main" idx="minor">
            <a:schemeClr val="tx1"/>
          </a:fontRef>
        </p:style>
        <p:txBody>
          <a:bodyPr xmlns:a="http://schemas.openxmlformats.org/drawingml/2006/main"/>
          <a:lstStyle xmlns:a="http://schemas.openxmlformats.org/drawingml/2006/main"/>
          <a:p xmlns:a="http://schemas.openxmlformats.org/drawingml/2006/main">
            <a:pPr eaLnBrk="0" latinLnBrk="0">
              <a:buNone/>
            </a:pPr>
            <a:endParaRPr lang="ko-KR"/>
          </a:p>
        </p:txBody>
      </p:sp>
      <p:sp>
        <p:nvSpPr>
          <p:cNvPr id="27" name="제목 12">
            <a:extLst xmlns:a="http://schemas.openxmlformats.org/drawingml/2006/main">
              <a:ext uri="{FF2B5EF4-FFF2-40B4-BE49-F238E27FC236}">
                <a16:creationId xmlns:a16="http://schemas.microsoft.com/office/drawing/2014/main" id="{99D20B54-FBA0-40C2-B7F4-249D25DD9104}"/>
              </a:ext>
            </a:extLst>
          </p:cNvPr>
          <p:cNvSpPr>
            <a:spLocks xmlns:a="http://schemas.openxmlformats.org/drawingml/2006/main" noGrp="1"/>
          </p:cNvSpPr>
          <p:nvPr/>
        </p:nvSpPr>
        <p:spPr>
          <a:xfrm xmlns:a="http://schemas.openxmlformats.org/drawingml/2006/main">
            <a:off x="323528" y="692696"/>
            <a:ext cx="2880320" cy="296631"/>
          </a:xfrm>
          <a:prstGeom xmlns:a="http://schemas.openxmlformats.org/drawingml/2006/main" prst="rect">
            <a:avLst/>
          </a:prstGeom>
        </p:spPr>
        <p:txBody>
          <a:bodyPr xmlns:a="http://schemas.openxmlformats.org/drawingml/2006/main" vert="horz" lIns="91440" tIns="45720" rIns="91440" bIns="45720" anchor="t">
            <a:noAutofit/>
          </a:bodyPr>
          <a:lstStyle xmlns:a="http://schemas.openxmlformats.org/drawingml/2006/main"/>
          <a:p xmlns:a="http://schemas.openxmlformats.org/drawingml/2006/main">
            <a:pPr marL="0" marR="0" lvl="0" indent="0" algn="l" defTabSz="914400" eaLnBrk="0" latinLnBrk="0">
              <a:lnSpc>
                <a:spcPct val="100000"/>
              </a:lnSpc>
              <a:spcBef>
                <a:spcPct val="0"/>
              </a:spcBef>
              <a:spcAft>
                <a:spcPts val="0"/>
              </a:spcAft>
              <a:buClrTx/>
              <a:buSzTx/>
              <a:buFontTx/>
              <a:buNone/>
              <a:defRPr sz="1700" b="1" lang="ko-KR">
                <a:solidFill>
                  <a:srgbClr val="FFFFFF"/>
                </a:solidFill>
                <a:latin typeface="맑은 고딕"/>
                <a:ea typeface="맑은 고딕"/>
                <a:cs typeface="맑은 고딕"/>
              </a:defRPr>
            </a:pPr>
            <a:r>
              <a:rPr sz="1700" b="1" i="0" u="none" cap="none" spc="0" lang="ko-KR">
                <a:ln>
                  <a:noFill/>
                </a:ln>
                <a:solidFill>
                  <a:srgbClr val="FFFFFF"/>
                </a:solidFill>
                <a:latin typeface="맑은 고딕"/>
                <a:ea typeface="맑은 고딕"/>
                <a:cs typeface="맑은 고딕"/>
              </a:rPr>
              <a:t>화면 설계서</a:t>
            </a:r>
            <a:endParaRPr sz="1700" b="0" i="0" u="none" kern="1200" cap="none" spc="-50" baseline="0" lang="ko-KR">
              <a:ln>
                <a:noFill/>
              </a:ln>
              <a:solidFill>
                <a:schemeClr val="bg1"/>
              </a:solidFill>
              <a:latin typeface="+mn-ea"/>
              <a:ea typeface="+mn-ea"/>
              <a:cs typeface="+mn-ea"/>
            </a:endParaRPr>
          </a:p>
        </p:txBody>
      </p:sp>
      <p:pic>
        <p:nvPicPr>
          <p:cNvPr id="130" name="Picture 2"/>
          <p:cNvPicPr>
            <a:picLocks xmlns:a="http://schemas.openxmlformats.org/drawingml/2006/main" noChangeAspect="1"/>
          </p:cNvPicPr>
          <p:nvPr/>
        </p:nvPicPr>
        <p:blipFill>
          <a:blip xmlns:r="http://schemas.openxmlformats.org/officeDocument/2006/relationships" xmlns:a="http://schemas.openxmlformats.org/drawingml/2006/main" r:embed="R42ff9fe00b294782"/>
          <a:srcRect xmlns:a="http://schemas.openxmlformats.org/drawingml/2006/main" l="0" t="0" r="0" b="0"/>
          <a:stretch xmlns:a="http://schemas.openxmlformats.org/drawingml/2006/main">
            <a:fillRect l="0" t="0" r="0" b="0"/>
          </a:stretch>
        </p:blipFill>
        <p:spPr>
          <a:xfrm xmlns:a="http://schemas.openxmlformats.org/drawingml/2006/main">
            <a:off x="8676456" y="476671"/>
            <a:ext cx="454960" cy="158965"/>
          </a:xfrm>
          <a:prstGeom xmlns:a="http://schemas.openxmlformats.org/drawingml/2006/main" prst="rect">
            <a:avLst/>
          </a:prstGeom>
          <a:ln xmlns:a="http://schemas.openxmlformats.org/drawingml/2006/main" w="9525">
            <a:noFill/>
            <a:miter/>
          </a:ln>
        </p:spPr>
      </p:pic>
      <p:sp>
        <p:nvSpPr>
          <p:cNvPr id="32" name="막힌 원호 31">
            <a:extLst xmlns:a="http://schemas.openxmlformats.org/drawingml/2006/main">
              <a:ext uri="{FF2B5EF4-FFF2-40B4-BE49-F238E27FC236}">
                <a16:creationId xmlns:a16="http://schemas.microsoft.com/office/drawing/2014/main" id="{9618B776-B49F-4D0C-880D-07488DEBF76A}"/>
              </a:ext>
            </a:extLst>
          </p:cNvPr>
          <p:cNvSpPr>
            <a:spLocks xmlns:a="http://schemas.openxmlformats.org/drawingml/2006/main" noGrp="1"/>
          </p:cNvSpPr>
          <p:nvPr/>
        </p:nvSpPr>
        <p:spPr>
          <a:xfrm xmlns:a="http://schemas.openxmlformats.org/drawingml/2006/main" flipV="1">
            <a:off x="-577697" y="-576001"/>
            <a:ext cx="1181047" cy="1167213"/>
          </a:xfrm>
          <a:prstGeom xmlns:a="http://schemas.openxmlformats.org/drawingml/2006/main" prst="blockArc">
            <a:avLst>
              <a:gd name="adj1" fmla="val 16158679"/>
              <a:gd name="adj2" fmla="val 0"/>
              <a:gd name="adj3" fmla="val 25000"/>
            </a:avLst>
          </a:prstGeom>
          <a:solidFill xmlns:a="http://schemas.openxmlformats.org/drawingml/2006/main">
            <a:schemeClr val="bg1"/>
          </a:solidFill>
          <a:ln xmlns:a="http://schemas.openxmlformats.org/drawingml/2006/main">
            <a:solidFill>
              <a:schemeClr val="bg1"/>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eaLnBrk="0" latinLnBrk="0">
              <a:buNone/>
            </a:pPr>
            <a:endParaRPr lang="ko-KR">
              <a:solidFill>
                <a:schemeClr val="tx1"/>
              </a:solidFill>
            </a:endParaRPr>
          </a:p>
        </p:txBody>
      </p:sp>
      <p:sp>
        <p:nvSpPr>
          <p:cNvPr id="87" name="직사각형 86">
            <a:extLst xmlns:a="http://schemas.openxmlformats.org/drawingml/2006/main">
              <a:ext uri="{FF2B5EF4-FFF2-40B4-BE49-F238E27FC236}">
                <a16:creationId xmlns:a16="http://schemas.microsoft.com/office/drawing/2014/main" id="{DD4A559E-A123-4AC4-A17C-3F5E99663702}"/>
              </a:ext>
            </a:extLst>
          </p:cNvPr>
          <p:cNvSpPr>
            <a:spLocks xmlns:a="http://schemas.openxmlformats.org/drawingml/2006/main" noGrp="1"/>
          </p:cNvSpPr>
          <p:nvPr/>
        </p:nvSpPr>
        <p:spPr>
          <a:xfrm xmlns:a="http://schemas.openxmlformats.org/drawingml/2006/main">
            <a:off x="400050" y="1238250"/>
            <a:ext cx="83248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eaLnBrk="0" latinLnBrk="0">
              <a:lnSpc>
                <a:spcPct val="125000"/>
              </a:lnSpc>
              <a:buNone/>
              <a:defRPr sz="2100" b="1" lang="ko-KR">
                <a:solidFill>
                  <a:srgbClr val="24292F"/>
                </a:solidFill>
                <a:latin typeface="맑은 고딕"/>
                <a:ea typeface="맑은 고딕"/>
                <a:cs typeface="맑은 고딕"/>
              </a:defRPr>
            </a:pPr>
            <a:r>
              <a:rPr sz="2100" b="1" lang="ko-KR">
                <a:solidFill>
                  <a:srgbClr val="24292F"/>
                </a:solidFill>
                <a:latin typeface="맑은 고딕"/>
                <a:ea typeface="맑은 고딕"/>
                <a:cs typeface="맑은 고딕"/>
              </a:rPr>
              <a:t>회복안 제안과 사용자 선택</a:t>
            </a:r>
          </a:p>
        </p:txBody>
      </p:sp>
      <p:sp>
        <p:nvSpPr>
          <p:cNvPr id="88" name="직사각형 87">
            <a:extLst xmlns:a="http://schemas.openxmlformats.org/drawingml/2006/main">
              <a:ext uri="{FF2B5EF4-FFF2-40B4-BE49-F238E27FC236}">
                <a16:creationId xmlns:a16="http://schemas.microsoft.com/office/drawing/2014/main" id="{CE89B624-4193-42E5-BB5E-35D81B793DEE}"/>
              </a:ext>
            </a:extLst>
          </p:cNvPr>
          <p:cNvSpPr>
            <a:spLocks xmlns:a="http://schemas.openxmlformats.org/drawingml/2006/main" noGrp="1"/>
          </p:cNvSpPr>
          <p:nvPr/>
        </p:nvSpPr>
        <p:spPr>
          <a:xfrm xmlns:a="http://schemas.openxmlformats.org/drawingml/2006/main">
            <a:off x="419100" y="6524625"/>
            <a:ext cx="69532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eaLnBrk="0" latinLnBrk="0">
              <a:buNone/>
              <a:defRPr sz="900" b="0" lang="ko-KR">
                <a:solidFill>
                  <a:srgbClr val="5B6570"/>
                </a:solidFill>
                <a:latin typeface="맑은 고딕"/>
                <a:ea typeface="맑은 고딕"/>
                <a:cs typeface="맑은 고딕"/>
              </a:defRPr>
            </a:pPr>
            <a:r>
              <a:rPr sz="900" b="0" lang="ko-KR">
                <a:solidFill>
                  <a:srgbClr val="5B6570"/>
                </a:solidFill>
                <a:latin typeface="맑은 고딕"/>
                <a:ea typeface="맑은 고딕"/>
                <a:cs typeface="맑은 고딕"/>
              </a:rPr>
              <a:t>핵심 4 / ③ 회복안 제안, 선택만으로 시간표에 반영하지 않음</a:t>
            </a:r>
          </a:p>
        </p:txBody>
      </p:sp>
      <p:sp>
        <p:nvSpPr>
          <p:cNvPr id="89" name="직사각형 88">
            <a:extLst xmlns:a="http://schemas.openxmlformats.org/drawingml/2006/main">
              <a:ext uri="{FF2B5EF4-FFF2-40B4-BE49-F238E27FC236}">
                <a16:creationId xmlns:a16="http://schemas.microsoft.com/office/drawing/2014/main" id="{9056B695-78B3-4BFA-BEA1-AE11EEE20FF2}"/>
              </a:ext>
            </a:extLst>
          </p:cNvPr>
          <p:cNvSpPr>
            <a:spLocks xmlns:a="http://schemas.openxmlformats.org/drawingml/2006/main" noGrp="1"/>
          </p:cNvSpPr>
          <p:nvPr/>
        </p:nvSpPr>
        <p:spPr>
          <a:xfrm xmlns:a="http://schemas.openxmlformats.org/drawingml/2006/main">
            <a:off x="8334375" y="6524625"/>
            <a:ext cx="4000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eaLnBrk="0" latinLnBrk="0">
              <a:buNone/>
              <a:defRPr sz="900" b="0" lang="ko-KR">
                <a:solidFill>
                  <a:srgbClr val="5B6570"/>
                </a:solidFill>
                <a:latin typeface="맑은 고딕"/>
                <a:ea typeface="맑은 고딕"/>
                <a:cs typeface="맑은 고딕"/>
              </a:defRPr>
            </a:pPr>
            <a:r>
              <a:rPr sz="900" b="0" lang="ko-KR">
                <a:solidFill>
                  <a:srgbClr val="5B6570"/>
                </a:solidFill>
                <a:latin typeface="맑은 고딕"/>
                <a:ea typeface="맑은 고딕"/>
                <a:cs typeface="맑은 고딕"/>
              </a:rPr>
              <a:t>08</a:t>
            </a:r>
          </a:p>
        </p:txBody>
      </p:sp>
      <p:sp>
        <p:nvSpPr>
          <p:cNvPr id="112" name="">
            <a:extLst xmlns:a="http://schemas.openxmlformats.org/drawingml/2006/main">
              <a:ext uri="{FF2B5EF4-FFF2-40B4-BE49-F238E27FC236}">
                <a16:creationId xmlns:a16="http://schemas.microsoft.com/office/drawing/2014/main" id="{D14DFCFA-2FCC-4431-BDD9-327F0AFD06FC}"/>
              </a:ext>
            </a:extLst>
          </p:cNvPr>
          <p:cNvSpPr>
            <a:spLocks xmlns:a="http://schemas.openxmlformats.org/drawingml/2006/main" noGrp="1"/>
          </p:cNvSpPr>
          <p:nvPr/>
        </p:nvSpPr>
        <p:spPr>
          <a:xfrm xmlns:a="http://schemas.openxmlformats.org/drawingml/2006/main">
            <a:off x="419100" y="17811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eaLnBrk="0" latinLnBrk="0">
              <a:lnSpc>
                <a:spcPct val="123000"/>
              </a:lnSpc>
              <a:buNone/>
              <a:defRPr sz="1350" b="0" lang="ko-KR">
                <a:solidFill>
                  <a:srgbClr val="5B6570"/>
                </a:solidFill>
                <a:latin typeface="맑은 고딕"/>
                <a:ea typeface="맑은 고딕"/>
                <a:cs typeface="맑은 고딕"/>
              </a:defRPr>
            </a:pPr>
            <a:r>
              <a:rPr sz="1350" b="0" lang="ko-KR">
                <a:solidFill>
                  <a:srgbClr val="5B6570"/>
                </a:solidFill>
                <a:latin typeface="맑은 고딕"/>
                <a:ea typeface="맑은 고딕"/>
                <a:cs typeface="맑은 고딕"/>
              </a:rPr>
              <a:t>① 실패 발생</a:t>
            </a:r>
          </a:p>
        </p:txBody>
      </p:sp>
      <p:sp>
        <p:nvSpPr>
          <p:cNvPr id="113" name="">
            <a:extLst xmlns:a="http://schemas.openxmlformats.org/drawingml/2006/main">
              <a:ext uri="{FF2B5EF4-FFF2-40B4-BE49-F238E27FC236}">
                <a16:creationId xmlns:a16="http://schemas.microsoft.com/office/drawing/2014/main" id="{03D5B6B1-FFB2-4C14-BB81-F057D978129E}"/>
              </a:ext>
            </a:extLst>
          </p:cNvPr>
          <p:cNvSpPr>
            <a:spLocks xmlns:a="http://schemas.openxmlformats.org/drawingml/2006/main" noGrp="1"/>
          </p:cNvSpPr>
          <p:nvPr/>
        </p:nvSpPr>
        <p:spPr>
          <a:xfrm xmlns:a="http://schemas.openxmlformats.org/drawingml/2006/main">
            <a:off x="2543175" y="17811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eaLnBrk="0" latinLnBrk="0">
              <a:lnSpc>
                <a:spcPct val="123000"/>
              </a:lnSpc>
              <a:buNone/>
              <a:defRPr sz="1350" b="0" lang="ko-KR">
                <a:solidFill>
                  <a:srgbClr val="5B6570"/>
                </a:solidFill>
                <a:latin typeface="맑은 고딕"/>
                <a:ea typeface="맑은 고딕"/>
                <a:cs typeface="맑은 고딕"/>
              </a:defRPr>
            </a:pPr>
            <a:r>
              <a:rPr sz="1350" b="0" lang="ko-KR">
                <a:solidFill>
                  <a:srgbClr val="5B6570"/>
                </a:solidFill>
                <a:latin typeface="맑은 고딕"/>
                <a:ea typeface="맑은 고딕"/>
                <a:cs typeface="맑은 고딕"/>
              </a:rPr>
              <a:t>② 실패 원인 선택</a:t>
            </a:r>
          </a:p>
        </p:txBody>
      </p:sp>
      <p:sp>
        <p:nvSpPr>
          <p:cNvPr id="114" name="">
            <a:extLst xmlns:a="http://schemas.openxmlformats.org/drawingml/2006/main">
              <a:ext uri="{FF2B5EF4-FFF2-40B4-BE49-F238E27FC236}">
                <a16:creationId xmlns:a16="http://schemas.microsoft.com/office/drawing/2014/main" id="{33F4808D-19B2-4CB4-BF7B-90AA8183A718}"/>
              </a:ext>
            </a:extLst>
          </p:cNvPr>
          <p:cNvSpPr>
            <a:spLocks xmlns:a="http://schemas.openxmlformats.org/drawingml/2006/main" noGrp="1"/>
          </p:cNvSpPr>
          <p:nvPr/>
        </p:nvSpPr>
        <p:spPr>
          <a:xfrm xmlns:a="http://schemas.openxmlformats.org/drawingml/2006/main">
            <a:off x="4667250" y="17811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eaLnBrk="0" latinLnBrk="0">
              <a:lnSpc>
                <a:spcPct val="123000"/>
              </a:lnSpc>
              <a:buNone/>
              <a:defRPr sz="1350" b="1" lang="ko-KR">
                <a:solidFill>
                  <a:srgbClr val="9E472F"/>
                </a:solidFill>
                <a:latin typeface="맑은 고딕"/>
                <a:ea typeface="맑은 고딕"/>
                <a:cs typeface="맑은 고딕"/>
              </a:defRPr>
            </a:pPr>
            <a:r>
              <a:rPr sz="1350" b="1" lang="ko-KR">
                <a:solidFill>
                  <a:srgbClr val="9E472F"/>
                </a:solidFill>
                <a:latin typeface="맑은 고딕"/>
                <a:ea typeface="맑은 고딕"/>
                <a:cs typeface="맑은 고딕"/>
              </a:rPr>
              <a:t>③ 회복안 제안</a:t>
            </a:r>
          </a:p>
        </p:txBody>
      </p:sp>
      <p:sp>
        <p:nvSpPr>
          <p:cNvPr id="115" name="">
            <a:extLst xmlns:a="http://schemas.openxmlformats.org/drawingml/2006/main">
              <a:ext uri="{FF2B5EF4-FFF2-40B4-BE49-F238E27FC236}">
                <a16:creationId xmlns:a16="http://schemas.microsoft.com/office/drawing/2014/main" id="{8484869B-16FB-4A1A-B9A6-102045313C68}"/>
              </a:ext>
            </a:extLst>
          </p:cNvPr>
          <p:cNvSpPr>
            <a:spLocks xmlns:a="http://schemas.openxmlformats.org/drawingml/2006/main" noGrp="1"/>
          </p:cNvSpPr>
          <p:nvPr/>
        </p:nvSpPr>
        <p:spPr>
          <a:xfrm xmlns:a="http://schemas.openxmlformats.org/drawingml/2006/main">
            <a:off x="6791325" y="17811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eaLnBrk="0" latinLnBrk="0">
              <a:lnSpc>
                <a:spcPct val="123000"/>
              </a:lnSpc>
              <a:buNone/>
              <a:defRPr sz="1350" b="0" lang="ko-KR">
                <a:solidFill>
                  <a:srgbClr val="5B6570"/>
                </a:solidFill>
                <a:latin typeface="맑은 고딕"/>
                <a:ea typeface="맑은 고딕"/>
                <a:cs typeface="맑은 고딕"/>
              </a:defRPr>
            </a:pPr>
            <a:r>
              <a:rPr sz="1350" b="0" lang="ko-KR">
                <a:solidFill>
                  <a:srgbClr val="5B6570"/>
                </a:solidFill>
                <a:latin typeface="맑은 고딕"/>
                <a:ea typeface="맑은 고딕"/>
                <a:cs typeface="맑은 고딕"/>
              </a:rPr>
              <a:t>④ 변경된 계획 확인</a:t>
            </a:r>
          </a:p>
        </p:txBody>
      </p:sp>
      <p:pic>
        <p:nvPicPr>
          <p:cNvPr id="139" name=""/>
          <p:cNvPicPr>
            <a:picLocks xmlns:a="http://schemas.openxmlformats.org/drawingml/2006/main" noChangeAspect="1"/>
          </p:cNvPicPr>
          <p:nvPr/>
        </p:nvPicPr>
        <p:blipFill>
          <a:blip xmlns:r="http://schemas.openxmlformats.org/officeDocument/2006/relationships" xmlns:a="http://schemas.openxmlformats.org/drawingml/2006/main" r:embed="R30091671a87f4053"/>
          <a:stretch xmlns:a="http://schemas.openxmlformats.org/drawingml/2006/main"/>
        </p:blipFill>
        <p:spPr>
          <a:xfrm xmlns:a="http://schemas.openxmlformats.org/drawingml/2006/main">
            <a:off x="691285" y="2171700"/>
            <a:ext cx="1874980" cy="4057650"/>
          </a:xfrm>
          <a:prstGeom xmlns:a="http://schemas.openxmlformats.org/drawingml/2006/main" prst="rect">
            <a:avLst/>
          </a:prstGeom>
        </p:spPr>
      </p:pic>
      <p:sp>
        <p:nvSpPr>
          <p:cNvPr id="117" name="">
            <a:extLst xmlns:a="http://schemas.openxmlformats.org/drawingml/2006/main">
              <a:ext uri="{FF2B5EF4-FFF2-40B4-BE49-F238E27FC236}">
                <a16:creationId xmlns:a16="http://schemas.microsoft.com/office/drawing/2014/main" id="{54DDF2E1-C2AA-4B95-B5AE-2F011DDD2767}"/>
              </a:ext>
            </a:extLst>
          </p:cNvPr>
          <p:cNvSpPr>
            <a:spLocks xmlns:a="http://schemas.openxmlformats.org/drawingml/2006/main" noGrp="1"/>
          </p:cNvSpPr>
          <p:nvPr/>
        </p:nvSpPr>
        <p:spPr>
          <a:xfrm xmlns:a="http://schemas.openxmlformats.org/drawingml/2006/main">
            <a:off x="3267075" y="2190750"/>
            <a:ext cx="54006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eaLnBrk="0" latinLnBrk="0">
              <a:lnSpc>
                <a:spcPct val="123000"/>
              </a:lnSpc>
              <a:buNone/>
              <a:defRPr sz="1613" b="1" lang="ko-KR">
                <a:solidFill>
                  <a:srgbClr val="3B5AA8"/>
                </a:solidFill>
                <a:latin typeface="맑은 고딕"/>
                <a:ea typeface="맑은 고딕"/>
                <a:cs typeface="맑은 고딕"/>
              </a:defRPr>
            </a:pPr>
            <a:r>
              <a:rPr sz="1613" b="1" lang="ko-KR">
                <a:solidFill>
                  <a:srgbClr val="3B5AA8"/>
                </a:solidFill>
                <a:latin typeface="맑은 고딕"/>
                <a:ea typeface="맑은 고딕"/>
                <a:cs typeface="맑은 고딕"/>
              </a:rPr>
              <a:t>문제</a:t>
            </a:r>
          </a:p>
        </p:txBody>
      </p:sp>
      <p:sp>
        <p:nvSpPr>
          <p:cNvPr id="118" name="">
            <a:extLst xmlns:a="http://schemas.openxmlformats.org/drawingml/2006/main">
              <a:ext uri="{FF2B5EF4-FFF2-40B4-BE49-F238E27FC236}">
                <a16:creationId xmlns:a16="http://schemas.microsoft.com/office/drawing/2014/main" id="{BA843077-C598-4AD9-B3B7-512A1EB14094}"/>
              </a:ext>
            </a:extLst>
          </p:cNvPr>
          <p:cNvSpPr>
            <a:spLocks xmlns:a="http://schemas.openxmlformats.org/drawingml/2006/main" noGrp="1"/>
          </p:cNvSpPr>
          <p:nvPr/>
        </p:nvSpPr>
        <p:spPr>
          <a:xfrm xmlns:a="http://schemas.openxmlformats.org/drawingml/2006/main">
            <a:off x="3267075" y="2505075"/>
            <a:ext cx="540067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eaLnBrk="0" latinLnBrk="0">
              <a:lnSpc>
                <a:spcPct val="123000"/>
              </a:lnSpc>
              <a:buNone/>
              <a:defRPr sz="1500" b="0" lang="ko-KR">
                <a:solidFill>
                  <a:srgbClr val="24292F"/>
                </a:solidFill>
                <a:latin typeface="맑은 고딕"/>
                <a:ea typeface="맑은 고딕"/>
                <a:cs typeface="맑은 고딕"/>
              </a:defRPr>
            </a:pPr>
            <a:r>
              <a:rPr sz="1500" b="0" lang="ko-KR">
                <a:solidFill>
                  <a:srgbClr val="24292F"/>
                </a:solidFill>
                <a:latin typeface="맑은 고딕"/>
                <a:ea typeface="맑은 고딕"/>
                <a:cs typeface="맑은 고딕"/>
              </a:rPr>
              <a:t>못한 일을 그대로 미루면 같은 부담이 남는다.</a:t>
            </a:r>
          </a:p>
          <a:p xmlns:a="http://schemas.openxmlformats.org/drawingml/2006/main">
            <a:pPr algn="l" eaLnBrk="0" latinLnBrk="0">
              <a:lnSpc>
                <a:spcPct val="123000"/>
              </a:lnSpc>
              <a:buNone/>
              <a:defRPr sz="1500" b="0" lang="ko-KR">
                <a:solidFill>
                  <a:srgbClr val="24292F"/>
                </a:solidFill>
                <a:latin typeface="맑은 고딕"/>
                <a:ea typeface="맑은 고딕"/>
                <a:cs typeface="맑은 고딕"/>
              </a:defRPr>
            </a:pPr>
            <a:r>
              <a:rPr sz="1500" b="0" lang="ko-KR">
                <a:solidFill>
                  <a:srgbClr val="24292F"/>
                </a:solidFill>
                <a:latin typeface="맑은 고딕"/>
                <a:ea typeface="맑은 고딕"/>
                <a:cs typeface="맑은 고딕"/>
              </a:rPr>
              <a:t>원인에 맞춰 분량이나 실행 시점을 바꿀 필요가 있다.</a:t>
            </a:r>
          </a:p>
        </p:txBody>
      </p:sp>
      <p:sp>
        <p:nvSpPr>
          <p:cNvPr id="119" name="">
            <a:extLst xmlns:a="http://schemas.openxmlformats.org/drawingml/2006/main">
              <a:ext uri="{FF2B5EF4-FFF2-40B4-BE49-F238E27FC236}">
                <a16:creationId xmlns:a16="http://schemas.microsoft.com/office/drawing/2014/main" id="{42CE1261-6069-4A53-BAE4-4B3F68F61300}"/>
              </a:ext>
            </a:extLst>
          </p:cNvPr>
          <p:cNvSpPr>
            <a:spLocks xmlns:a="http://schemas.openxmlformats.org/drawingml/2006/main" noGrp="1"/>
          </p:cNvSpPr>
          <p:nvPr/>
        </p:nvSpPr>
        <p:spPr>
          <a:xfrm xmlns:a="http://schemas.openxmlformats.org/drawingml/2006/main">
            <a:off x="3267075" y="3181350"/>
            <a:ext cx="54006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eaLnBrk="0" latinLnBrk="0">
              <a:lnSpc>
                <a:spcPct val="123000"/>
              </a:lnSpc>
              <a:buNone/>
              <a:defRPr sz="1613" b="1" lang="ko-KR">
                <a:solidFill>
                  <a:srgbClr val="3B5AA8"/>
                </a:solidFill>
                <a:latin typeface="맑은 고딕"/>
                <a:ea typeface="맑은 고딕"/>
                <a:cs typeface="맑은 고딕"/>
              </a:defRPr>
            </a:pPr>
            <a:r>
              <a:rPr sz="1613" b="1" lang="ko-KR">
                <a:solidFill>
                  <a:srgbClr val="3B5AA8"/>
                </a:solidFill>
                <a:latin typeface="맑은 고딕"/>
                <a:ea typeface="맑은 고딕"/>
                <a:cs typeface="맑은 고딕"/>
              </a:rPr>
              <a:t>기능과 사용</a:t>
            </a:r>
          </a:p>
        </p:txBody>
      </p:sp>
      <p:sp>
        <p:nvSpPr>
          <p:cNvPr id="120" name="">
            <a:extLst xmlns:a="http://schemas.openxmlformats.org/drawingml/2006/main">
              <a:ext uri="{FF2B5EF4-FFF2-40B4-BE49-F238E27FC236}">
                <a16:creationId xmlns:a16="http://schemas.microsoft.com/office/drawing/2014/main" id="{63653121-9BB0-42BA-A309-E5BD8FE61A46}"/>
              </a:ext>
            </a:extLst>
          </p:cNvPr>
          <p:cNvSpPr>
            <a:spLocks xmlns:a="http://schemas.openxmlformats.org/drawingml/2006/main" noGrp="1"/>
          </p:cNvSpPr>
          <p:nvPr/>
        </p:nvSpPr>
        <p:spPr>
          <a:xfrm xmlns:a="http://schemas.openxmlformats.org/drawingml/2006/main">
            <a:off x="3267075" y="3495675"/>
            <a:ext cx="540067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eaLnBrk="0" latinLnBrk="0">
              <a:lnSpc>
                <a:spcPct val="123000"/>
              </a:lnSpc>
              <a:buNone/>
              <a:defRPr sz="1500" b="0" lang="ko-KR">
                <a:solidFill>
                  <a:srgbClr val="24292F"/>
                </a:solidFill>
                <a:latin typeface="맑은 고딕"/>
                <a:ea typeface="맑은 고딕"/>
                <a:cs typeface="맑은 고딕"/>
              </a:defRPr>
            </a:pPr>
            <a:r>
              <a:rPr sz="1500" b="0" lang="ko-KR">
                <a:solidFill>
                  <a:srgbClr val="24292F"/>
                </a:solidFill>
                <a:latin typeface="맑은 고딕"/>
                <a:ea typeface="맑은 고딕"/>
                <a:cs typeface="맑은 고딕"/>
              </a:rPr>
              <a:t>분량 줄이기, 시간 변경, 내일 이어 하기, 보류 중</a:t>
            </a:r>
          </a:p>
          <a:p xmlns:a="http://schemas.openxmlformats.org/drawingml/2006/main">
            <a:pPr algn="l" eaLnBrk="0" latinLnBrk="0">
              <a:lnSpc>
                <a:spcPct val="123000"/>
              </a:lnSpc>
              <a:buNone/>
              <a:defRPr sz="1500" b="0" lang="ko-KR">
                <a:solidFill>
                  <a:srgbClr val="24292F"/>
                </a:solidFill>
                <a:latin typeface="맑은 고딕"/>
                <a:ea typeface="맑은 고딕"/>
                <a:cs typeface="맑은 고딕"/>
              </a:defRPr>
            </a:pPr>
            <a:r>
              <a:rPr sz="1500" b="0" lang="ko-KR">
                <a:solidFill>
                  <a:srgbClr val="24292F"/>
                </a:solidFill>
                <a:latin typeface="맑은 고딕"/>
                <a:ea typeface="맑은 고딕"/>
                <a:cs typeface="맑은 고딕"/>
              </a:rPr>
              <a:t>제안된 방법을 비교한다. 가능한 방법을 직접 고른다.</a:t>
            </a:r>
          </a:p>
        </p:txBody>
      </p:sp>
      <p:sp>
        <p:nvSpPr>
          <p:cNvPr id="121" name="">
            <a:extLst xmlns:a="http://schemas.openxmlformats.org/drawingml/2006/main">
              <a:ext uri="{FF2B5EF4-FFF2-40B4-BE49-F238E27FC236}">
                <a16:creationId xmlns:a16="http://schemas.microsoft.com/office/drawing/2014/main" id="{92D4C0E3-6DEF-46F7-90A1-7402DCA4556C}"/>
              </a:ext>
            </a:extLst>
          </p:cNvPr>
          <p:cNvSpPr>
            <a:spLocks xmlns:a="http://schemas.openxmlformats.org/drawingml/2006/main" noGrp="1"/>
          </p:cNvSpPr>
          <p:nvPr/>
        </p:nvSpPr>
        <p:spPr>
          <a:xfrm xmlns:a="http://schemas.openxmlformats.org/drawingml/2006/main">
            <a:off x="3267075" y="4238625"/>
            <a:ext cx="54006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eaLnBrk="0" latinLnBrk="0">
              <a:lnSpc>
                <a:spcPct val="123000"/>
              </a:lnSpc>
              <a:buNone/>
              <a:defRPr sz="1613" b="1" lang="ko-KR">
                <a:solidFill>
                  <a:srgbClr val="3B5AA8"/>
                </a:solidFill>
                <a:latin typeface="맑은 고딕"/>
                <a:ea typeface="맑은 고딕"/>
                <a:cs typeface="맑은 고딕"/>
              </a:defRPr>
            </a:pPr>
            <a:r>
              <a:rPr sz="1613" b="1" lang="ko-KR">
                <a:solidFill>
                  <a:srgbClr val="3B5AA8"/>
                </a:solidFill>
                <a:latin typeface="맑은 고딕"/>
                <a:ea typeface="맑은 고딕"/>
                <a:cs typeface="맑은 고딕"/>
              </a:rPr>
              <a:t>구현 방식</a:t>
            </a:r>
          </a:p>
        </p:txBody>
      </p:sp>
      <p:sp>
        <p:nvSpPr>
          <p:cNvPr id="122" name="">
            <a:extLst xmlns:a="http://schemas.openxmlformats.org/drawingml/2006/main">
              <a:ext uri="{FF2B5EF4-FFF2-40B4-BE49-F238E27FC236}">
                <a16:creationId xmlns:a16="http://schemas.microsoft.com/office/drawing/2014/main" id="{C65EF147-A421-4AE5-A9B0-CF662ED1BE97}"/>
              </a:ext>
            </a:extLst>
          </p:cNvPr>
          <p:cNvSpPr>
            <a:spLocks xmlns:a="http://schemas.openxmlformats.org/drawingml/2006/main" noGrp="1"/>
          </p:cNvSpPr>
          <p:nvPr/>
        </p:nvSpPr>
        <p:spPr>
          <a:xfrm xmlns:a="http://schemas.openxmlformats.org/drawingml/2006/main">
            <a:off x="3267075" y="4552950"/>
            <a:ext cx="540067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eaLnBrk="0" latinLnBrk="0">
              <a:lnSpc>
                <a:spcPct val="123000"/>
              </a:lnSpc>
              <a:buNone/>
              <a:defRPr sz="1500" b="0" lang="ko-KR">
                <a:solidFill>
                  <a:srgbClr val="24292F"/>
                </a:solidFill>
                <a:latin typeface="맑은 고딕"/>
                <a:ea typeface="맑은 고딕"/>
                <a:cs typeface="맑은 고딕"/>
              </a:defRPr>
            </a:pPr>
            <a:r>
              <a:rPr sz="1500" b="0" lang="ko-KR">
                <a:solidFill>
                  <a:srgbClr val="24292F"/>
                </a:solidFill>
                <a:latin typeface="맑은 고딕"/>
                <a:ea typeface="맑은 고딕"/>
                <a:cs typeface="맑은 고딕"/>
              </a:rPr>
              <a:t>실패 사유로 회복 전략을 고른다. AI는 우선 제안의</a:t>
            </a:r>
          </a:p>
          <a:p xmlns:a="http://schemas.openxmlformats.org/drawingml/2006/main">
            <a:pPr algn="l" eaLnBrk="0" latinLnBrk="0">
              <a:lnSpc>
                <a:spcPct val="123000"/>
              </a:lnSpc>
              <a:buNone/>
              <a:defRPr sz="1500" b="0" lang="ko-KR">
                <a:solidFill>
                  <a:srgbClr val="24292F"/>
                </a:solidFill>
                <a:latin typeface="맑은 고딕"/>
                <a:ea typeface="맑은 고딕"/>
                <a:cs typeface="맑은 고딕"/>
              </a:defRPr>
            </a:pPr>
            <a:r>
              <a:rPr sz="1500" b="0" lang="ko-KR">
                <a:solidFill>
                  <a:srgbClr val="24292F"/>
                </a:solidFill>
                <a:latin typeface="맑은 고딕"/>
                <a:ea typeface="맑은 고딕"/>
                <a:cs typeface="맑은 고딕"/>
              </a:rPr>
              <a:t>행동 문구를 구체화하며, 응답이 없으면 기본 문구를 쓴다.</a:t>
            </a:r>
          </a:p>
        </p:txBody>
      </p:sp>
      <p:sp>
        <p:nvSpPr>
          <p:cNvPr id="123" name="">
            <a:extLst xmlns:a="http://schemas.openxmlformats.org/drawingml/2006/main">
              <a:ext uri="{FF2B5EF4-FFF2-40B4-BE49-F238E27FC236}">
                <a16:creationId xmlns:a16="http://schemas.microsoft.com/office/drawing/2014/main" id="{37B09C7F-9053-4260-B761-4F1516459547}"/>
              </a:ext>
            </a:extLst>
          </p:cNvPr>
          <p:cNvSpPr>
            <a:spLocks xmlns:a="http://schemas.openxmlformats.org/drawingml/2006/main" noGrp="1"/>
          </p:cNvSpPr>
          <p:nvPr/>
        </p:nvSpPr>
        <p:spPr>
          <a:xfrm xmlns:a="http://schemas.openxmlformats.org/drawingml/2006/main">
            <a:off x="3267075" y="5391150"/>
            <a:ext cx="54006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eaLnBrk="0" latinLnBrk="0">
              <a:lnSpc>
                <a:spcPct val="123000"/>
              </a:lnSpc>
              <a:buNone/>
              <a:defRPr sz="1613" b="1" lang="ko-KR">
                <a:solidFill>
                  <a:srgbClr val="9E472F"/>
                </a:solidFill>
                <a:latin typeface="맑은 고딕"/>
                <a:ea typeface="맑은 고딕"/>
                <a:cs typeface="맑은 고딕"/>
              </a:defRPr>
            </a:pPr>
            <a:r>
              <a:rPr sz="1613" b="1" lang="ko-KR">
                <a:solidFill>
                  <a:srgbClr val="9E472F"/>
                </a:solidFill>
                <a:latin typeface="맑은 고딕"/>
                <a:ea typeface="맑은 고딕"/>
                <a:cs typeface="맑은 고딕"/>
              </a:rPr>
              <a:t>사용자 변화</a:t>
            </a:r>
          </a:p>
        </p:txBody>
      </p:sp>
      <p:sp>
        <p:nvSpPr>
          <p:cNvPr id="124" name="">
            <a:extLst xmlns:a="http://schemas.openxmlformats.org/drawingml/2006/main">
              <a:ext uri="{FF2B5EF4-FFF2-40B4-BE49-F238E27FC236}">
                <a16:creationId xmlns:a16="http://schemas.microsoft.com/office/drawing/2014/main" id="{9B8E0159-B34A-4E71-BEF0-F075A44774F4}"/>
              </a:ext>
            </a:extLst>
          </p:cNvPr>
          <p:cNvSpPr>
            <a:spLocks xmlns:a="http://schemas.openxmlformats.org/drawingml/2006/main" noGrp="1"/>
          </p:cNvSpPr>
          <p:nvPr/>
        </p:nvSpPr>
        <p:spPr>
          <a:xfrm xmlns:a="http://schemas.openxmlformats.org/drawingml/2006/main">
            <a:off x="3267075" y="5705475"/>
            <a:ext cx="540067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eaLnBrk="0" latinLnBrk="0">
              <a:lnSpc>
                <a:spcPct val="123000"/>
              </a:lnSpc>
              <a:buNone/>
              <a:defRPr sz="1500" b="0" lang="ko-KR">
                <a:solidFill>
                  <a:srgbClr val="24292F"/>
                </a:solidFill>
                <a:latin typeface="맑은 고딕"/>
                <a:ea typeface="맑은 고딕"/>
                <a:cs typeface="맑은 고딕"/>
              </a:defRPr>
            </a:pPr>
            <a:r>
              <a:rPr sz="1500" b="0" lang="ko-KR">
                <a:solidFill>
                  <a:srgbClr val="24292F"/>
                </a:solidFill>
                <a:latin typeface="맑은 고딕"/>
                <a:ea typeface="맑은 고딕"/>
                <a:cs typeface="맑은 고딕"/>
              </a:rPr>
              <a:t>다시 할 분량과 방법을 고를 수 있다. 새 할 일이</a:t>
            </a:r>
          </a:p>
          <a:p xmlns:a="http://schemas.openxmlformats.org/drawingml/2006/main">
            <a:pPr algn="l" eaLnBrk="0" latinLnBrk="0">
              <a:lnSpc>
                <a:spcPct val="123000"/>
              </a:lnSpc>
              <a:buNone/>
              <a:defRPr sz="1500" b="0" lang="ko-KR">
                <a:solidFill>
                  <a:srgbClr val="24292F"/>
                </a:solidFill>
                <a:latin typeface="맑은 고딕"/>
                <a:ea typeface="맑은 고딕"/>
                <a:cs typeface="맑은 고딕"/>
              </a:defRPr>
            </a:pPr>
            <a:r>
              <a:rPr sz="1500" b="0" lang="ko-KR">
                <a:solidFill>
                  <a:srgbClr val="24292F"/>
                </a:solidFill>
                <a:latin typeface="맑은 고딕"/>
                <a:ea typeface="맑은 고딕"/>
                <a:cs typeface="맑은 고딕"/>
              </a:rPr>
              <a:t>생기는 선택은 다음 화면에서 확인하고 승인한다.</a:t>
            </a:r>
          </a:p>
        </p:txBody>
      </p:sp>
      <p:sp>
        <p:nvSpPr>
          <p:cNvPr id="125" name="">
            <a:extLst xmlns:a="http://schemas.openxmlformats.org/drawingml/2006/main">
              <a:ext uri="{FF2B5EF4-FFF2-40B4-BE49-F238E27FC236}">
                <a16:creationId xmlns:a16="http://schemas.microsoft.com/office/drawing/2014/main" id="{1CB6B822-055F-4A30-936F-17E10457C921}"/>
              </a:ext>
            </a:extLst>
          </p:cNvPr>
          <p:cNvSpPr>
            <a:spLocks xmlns:a="http://schemas.openxmlformats.org/drawingml/2006/main" noGrp="1"/>
          </p:cNvSpPr>
          <p:nvPr/>
        </p:nvSpPr>
        <p:spPr>
          <a:xfrm xmlns:a="http://schemas.openxmlformats.org/drawingml/2006/main">
            <a:off x="3267075" y="6296025"/>
            <a:ext cx="54006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eaLnBrk="0" latinLnBrk="0">
              <a:lnSpc>
                <a:spcPct val="123000"/>
              </a:lnSpc>
              <a:buNone/>
              <a:defRPr sz="863" b="0" lang="ko-KR">
                <a:solidFill>
                  <a:srgbClr val="5B6570"/>
                </a:solidFill>
                <a:latin typeface="맑은 고딕"/>
                <a:ea typeface="맑은 고딕"/>
                <a:cs typeface="맑은 고딕"/>
              </a:defRPr>
            </a:pPr>
            <a:r>
              <a:rPr sz="863" b="0" lang="ko-KR">
                <a:solidFill>
                  <a:srgbClr val="5B6570"/>
                </a:solidFill>
                <a:latin typeface="맑은 고딕"/>
                <a:ea typeface="맑은 고딕"/>
                <a:cs typeface="맑은 고딕"/>
              </a:rPr>
              <a:t>실제 UI, 시연용 예시 데이터.</a:t>
            </a:r>
          </a:p>
        </p:txBody>
      </p:sp>
    </p:spTree>
    <p:extLst>
      <p:ext uri="{BB962C8B-B14F-4D97-AF65-F5344CB8AC3E}">
        <p14:creationId xmlns:p14="http://schemas.microsoft.com/office/powerpoint/2010/main" val="3195766679"/>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4" name="직사각형 23">
            <a:extLst xmlns:a="http://schemas.openxmlformats.org/drawingml/2006/main">
              <a:ext uri="{FF2B5EF4-FFF2-40B4-BE49-F238E27FC236}">
                <a16:creationId xmlns:a16="http://schemas.microsoft.com/office/drawing/2014/main" id="{87FE247D-BCD8-49C9-AB08-42C204606102}"/>
              </a:ext>
            </a:extLst>
          </p:cNvPr>
          <p:cNvSpPr>
            <a:spLocks xmlns:a="http://schemas.openxmlformats.org/drawingml/2006/main" noGrp="1"/>
          </p:cNvSpPr>
          <p:nvPr/>
        </p:nvSpPr>
        <p:spPr>
          <a:xfrm xmlns:a="http://schemas.openxmlformats.org/drawingml/2006/main">
            <a:off x="107504" y="0"/>
            <a:ext cx="3096344" cy="1124744"/>
          </a:xfrm>
          <a:prstGeom xmlns:a="http://schemas.openxmlformats.org/drawingml/2006/main" prst="rect">
            <a:avLst/>
          </a:prstGeom>
          <a:solidFill xmlns:a="http://schemas.openxmlformats.org/drawingml/2006/main">
            <a:srgbClr val="3B5AA8"/>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eaLnBrk="0" latinLnBrk="0">
              <a:buNone/>
            </a:pPr>
            <a:endParaRPr lang="ko-KR"/>
          </a:p>
        </p:txBody>
      </p:sp>
      <p:sp>
        <p:nvSpPr>
          <p:cNvPr id="25" name="직선 연결선 24">
            <a:extLst xmlns:a="http://schemas.openxmlformats.org/drawingml/2006/main">
              <a:ext uri="{FF2B5EF4-FFF2-40B4-BE49-F238E27FC236}">
                <a16:creationId xmlns:a16="http://schemas.microsoft.com/office/drawing/2014/main" id="{56E72A93-616C-44BF-B205-95E477EF8F6D}"/>
              </a:ext>
            </a:extLst>
          </p:cNvPr>
          <p:cNvSpPr>
            <a:spLocks xmlns:a="http://schemas.openxmlformats.org/drawingml/2006/main" noGrp="1"/>
          </p:cNvSpPr>
          <p:nvPr/>
        </p:nvSpPr>
        <p:spPr>
          <a:xfrm xmlns:a="http://schemas.openxmlformats.org/drawingml/2006/main">
            <a:off x="424356" y="541195"/>
            <a:ext cx="2591728" cy="0"/>
          </a:xfrm>
          <a:prstGeom xmlns:a="http://schemas.openxmlformats.org/drawingml/2006/main" prst="line">
            <a:avLst/>
          </a:prstGeom>
          <a:ln xmlns:a="http://schemas.openxmlformats.org/drawingml/2006/main" w="28575">
            <a:solidFill>
              <a:schemeClr val="bg1">
                <a:lumMod val="95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txBody>
          <a:bodyPr xmlns:a="http://schemas.openxmlformats.org/drawingml/2006/main"/>
          <a:lstStyle xmlns:a="http://schemas.openxmlformats.org/drawingml/2006/main"/>
          <a:p xmlns:a="http://schemas.openxmlformats.org/drawingml/2006/main">
            <a:pPr eaLnBrk="0" latinLnBrk="0">
              <a:buNone/>
            </a:pPr>
            <a:endParaRPr lang="ko-KR"/>
          </a:p>
        </p:txBody>
      </p:sp>
      <p:sp>
        <p:nvSpPr>
          <p:cNvPr id="26" name="직선 연결선 25">
            <a:extLst xmlns:a="http://schemas.openxmlformats.org/drawingml/2006/main">
              <a:ext uri="{FF2B5EF4-FFF2-40B4-BE49-F238E27FC236}">
                <a16:creationId xmlns:a16="http://schemas.microsoft.com/office/drawing/2014/main" id="{072C1394-538A-4BCF-9224-0784E0A048B3}"/>
              </a:ext>
            </a:extLst>
          </p:cNvPr>
          <p:cNvSpPr>
            <a:spLocks xmlns:a="http://schemas.openxmlformats.org/drawingml/2006/main" noGrp="1"/>
          </p:cNvSpPr>
          <p:nvPr/>
        </p:nvSpPr>
        <p:spPr>
          <a:xfrm xmlns:a="http://schemas.openxmlformats.org/drawingml/2006/main">
            <a:off x="3275856" y="548680"/>
            <a:ext cx="5328592" cy="0"/>
          </a:xfrm>
          <a:prstGeom xmlns:a="http://schemas.openxmlformats.org/drawingml/2006/main" prst="line">
            <a:avLst/>
          </a:prstGeom>
          <a:ln xmlns:a="http://schemas.openxmlformats.org/drawingml/2006/main" w="28575">
            <a:solidFill>
              <a:srgbClr val="3B5AA8"/>
            </a:solidFill>
          </a:ln>
        </p:spPr>
        <p:style>
          <a:lnRef xmlns:a="http://schemas.openxmlformats.org/drawingml/2006/main" idx="1">
            <a:schemeClr val="accent4"/>
          </a:lnRef>
          <a:fillRef xmlns:a="http://schemas.openxmlformats.org/drawingml/2006/main" idx="0">
            <a:schemeClr val="accent4"/>
          </a:fillRef>
          <a:effectRef xmlns:a="http://schemas.openxmlformats.org/drawingml/2006/main" idx="0">
            <a:schemeClr val="accent4"/>
          </a:effectRef>
          <a:fontRef xmlns:a="http://schemas.openxmlformats.org/drawingml/2006/main" idx="minor">
            <a:schemeClr val="tx1"/>
          </a:fontRef>
        </p:style>
        <p:txBody>
          <a:bodyPr xmlns:a="http://schemas.openxmlformats.org/drawingml/2006/main"/>
          <a:lstStyle xmlns:a="http://schemas.openxmlformats.org/drawingml/2006/main"/>
          <a:p xmlns:a="http://schemas.openxmlformats.org/drawingml/2006/main">
            <a:pPr eaLnBrk="0" latinLnBrk="0">
              <a:buNone/>
            </a:pPr>
            <a:endParaRPr lang="ko-KR"/>
          </a:p>
        </p:txBody>
      </p:sp>
      <p:sp>
        <p:nvSpPr>
          <p:cNvPr id="27" name="제목 12">
            <a:extLst xmlns:a="http://schemas.openxmlformats.org/drawingml/2006/main">
              <a:ext uri="{FF2B5EF4-FFF2-40B4-BE49-F238E27FC236}">
                <a16:creationId xmlns:a16="http://schemas.microsoft.com/office/drawing/2014/main" id="{99D20B54-FBA0-40C2-B7F4-249D25DD9104}"/>
              </a:ext>
            </a:extLst>
          </p:cNvPr>
          <p:cNvSpPr>
            <a:spLocks xmlns:a="http://schemas.openxmlformats.org/drawingml/2006/main" noGrp="1"/>
          </p:cNvSpPr>
          <p:nvPr/>
        </p:nvSpPr>
        <p:spPr>
          <a:xfrm xmlns:a="http://schemas.openxmlformats.org/drawingml/2006/main">
            <a:off x="323528" y="692696"/>
            <a:ext cx="2880320" cy="296631"/>
          </a:xfrm>
          <a:prstGeom xmlns:a="http://schemas.openxmlformats.org/drawingml/2006/main" prst="rect">
            <a:avLst/>
          </a:prstGeom>
        </p:spPr>
        <p:txBody>
          <a:bodyPr xmlns:a="http://schemas.openxmlformats.org/drawingml/2006/main" vert="horz" lIns="91440" tIns="45720" rIns="91440" bIns="45720" anchor="t">
            <a:noAutofit/>
          </a:bodyPr>
          <a:lstStyle xmlns:a="http://schemas.openxmlformats.org/drawingml/2006/main"/>
          <a:p xmlns:a="http://schemas.openxmlformats.org/drawingml/2006/main">
            <a:pPr marL="0" marR="0" lvl="0" indent="0" algn="l" defTabSz="914400" eaLnBrk="0" latinLnBrk="0">
              <a:lnSpc>
                <a:spcPct val="100000"/>
              </a:lnSpc>
              <a:spcBef>
                <a:spcPct val="0"/>
              </a:spcBef>
              <a:spcAft>
                <a:spcPts val="0"/>
              </a:spcAft>
              <a:buClrTx/>
              <a:buSzTx/>
              <a:buFontTx/>
              <a:buNone/>
              <a:defRPr sz="1700" b="1" lang="ko-KR">
                <a:solidFill>
                  <a:srgbClr val="FFFFFF"/>
                </a:solidFill>
                <a:latin typeface="맑은 고딕"/>
                <a:ea typeface="맑은 고딕"/>
                <a:cs typeface="맑은 고딕"/>
              </a:defRPr>
            </a:pPr>
            <a:r>
              <a:rPr sz="1700" b="1" i="0" u="none" cap="none" spc="0" lang="ko-KR">
                <a:ln>
                  <a:noFill/>
                </a:ln>
                <a:solidFill>
                  <a:srgbClr val="FFFFFF"/>
                </a:solidFill>
                <a:latin typeface="맑은 고딕"/>
                <a:ea typeface="맑은 고딕"/>
                <a:cs typeface="맑은 고딕"/>
              </a:rPr>
              <a:t>화면 설계서</a:t>
            </a:r>
            <a:endParaRPr sz="1700" b="0" i="0" u="none" kern="1200" cap="none" spc="-50" baseline="0" lang="ko-KR">
              <a:ln>
                <a:noFill/>
              </a:ln>
              <a:solidFill>
                <a:schemeClr val="bg1"/>
              </a:solidFill>
              <a:latin typeface="+mn-ea"/>
              <a:ea typeface="+mn-ea"/>
              <a:cs typeface="+mn-ea"/>
            </a:endParaRPr>
          </a:p>
        </p:txBody>
      </p:sp>
      <p:pic>
        <p:nvPicPr>
          <p:cNvPr id="167" name="Picture 2"/>
          <p:cNvPicPr>
            <a:picLocks xmlns:a="http://schemas.openxmlformats.org/drawingml/2006/main" noChangeAspect="1"/>
          </p:cNvPicPr>
          <p:nvPr/>
        </p:nvPicPr>
        <p:blipFill>
          <a:blip xmlns:r="http://schemas.openxmlformats.org/officeDocument/2006/relationships" xmlns:a="http://schemas.openxmlformats.org/drawingml/2006/main" r:embed="R92b8c27d487a48d2"/>
          <a:srcRect xmlns:a="http://schemas.openxmlformats.org/drawingml/2006/main" l="0" t="0" r="0" b="0"/>
          <a:stretch xmlns:a="http://schemas.openxmlformats.org/drawingml/2006/main">
            <a:fillRect l="0" t="0" r="0" b="0"/>
          </a:stretch>
        </p:blipFill>
        <p:spPr>
          <a:xfrm xmlns:a="http://schemas.openxmlformats.org/drawingml/2006/main">
            <a:off x="8676456" y="476671"/>
            <a:ext cx="454960" cy="158965"/>
          </a:xfrm>
          <a:prstGeom xmlns:a="http://schemas.openxmlformats.org/drawingml/2006/main" prst="rect">
            <a:avLst/>
          </a:prstGeom>
          <a:ln xmlns:a="http://schemas.openxmlformats.org/drawingml/2006/main" w="9525">
            <a:noFill/>
            <a:miter/>
          </a:ln>
        </p:spPr>
      </p:pic>
      <p:sp>
        <p:nvSpPr>
          <p:cNvPr id="32" name="막힌 원호 31">
            <a:extLst xmlns:a="http://schemas.openxmlformats.org/drawingml/2006/main">
              <a:ext uri="{FF2B5EF4-FFF2-40B4-BE49-F238E27FC236}">
                <a16:creationId xmlns:a16="http://schemas.microsoft.com/office/drawing/2014/main" id="{9618B776-B49F-4D0C-880D-07488DEBF76A}"/>
              </a:ext>
            </a:extLst>
          </p:cNvPr>
          <p:cNvSpPr>
            <a:spLocks xmlns:a="http://schemas.openxmlformats.org/drawingml/2006/main" noGrp="1"/>
          </p:cNvSpPr>
          <p:nvPr/>
        </p:nvSpPr>
        <p:spPr>
          <a:xfrm xmlns:a="http://schemas.openxmlformats.org/drawingml/2006/main" flipV="1">
            <a:off x="-577697" y="-576001"/>
            <a:ext cx="1181047" cy="1167213"/>
          </a:xfrm>
          <a:prstGeom xmlns:a="http://schemas.openxmlformats.org/drawingml/2006/main" prst="blockArc">
            <a:avLst>
              <a:gd name="adj1" fmla="val 16158679"/>
              <a:gd name="adj2" fmla="val 0"/>
              <a:gd name="adj3" fmla="val 25000"/>
            </a:avLst>
          </a:prstGeom>
          <a:solidFill xmlns:a="http://schemas.openxmlformats.org/drawingml/2006/main">
            <a:schemeClr val="bg1"/>
          </a:solidFill>
          <a:ln xmlns:a="http://schemas.openxmlformats.org/drawingml/2006/main">
            <a:solidFill>
              <a:schemeClr val="bg1"/>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eaLnBrk="0" latinLnBrk="0">
              <a:buNone/>
            </a:pPr>
            <a:endParaRPr lang="ko-KR">
              <a:solidFill>
                <a:schemeClr val="tx1"/>
              </a:solidFill>
            </a:endParaRPr>
          </a:p>
        </p:txBody>
      </p:sp>
      <p:sp>
        <p:nvSpPr>
          <p:cNvPr id="87" name="직사각형 86">
            <a:extLst xmlns:a="http://schemas.openxmlformats.org/drawingml/2006/main">
              <a:ext uri="{FF2B5EF4-FFF2-40B4-BE49-F238E27FC236}">
                <a16:creationId xmlns:a16="http://schemas.microsoft.com/office/drawing/2014/main" id="{9FE50F3F-71C9-4FA1-8008-8A6D76BD88AF}"/>
              </a:ext>
            </a:extLst>
          </p:cNvPr>
          <p:cNvSpPr>
            <a:spLocks xmlns:a="http://schemas.openxmlformats.org/drawingml/2006/main" noGrp="1"/>
          </p:cNvSpPr>
          <p:nvPr/>
        </p:nvSpPr>
        <p:spPr>
          <a:xfrm xmlns:a="http://schemas.openxmlformats.org/drawingml/2006/main">
            <a:off x="400050" y="1238250"/>
            <a:ext cx="83248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eaLnBrk="0" latinLnBrk="0">
              <a:lnSpc>
                <a:spcPct val="125000"/>
              </a:lnSpc>
              <a:buNone/>
              <a:defRPr sz="2100" b="1" lang="ko-KR">
                <a:solidFill>
                  <a:srgbClr val="24292F"/>
                </a:solidFill>
                <a:latin typeface="맑은 고딕"/>
                <a:ea typeface="맑은 고딕"/>
                <a:cs typeface="맑은 고딕"/>
              </a:defRPr>
            </a:pPr>
            <a:r>
              <a:rPr sz="2100" b="1" lang="ko-KR">
                <a:solidFill>
                  <a:srgbClr val="24292F"/>
                </a:solidFill>
                <a:latin typeface="맑은 고딕"/>
                <a:ea typeface="맑은 고딕"/>
                <a:cs typeface="맑은 고딕"/>
              </a:rPr>
              <a:t>리플랜 변경 확인과 승인</a:t>
            </a:r>
          </a:p>
        </p:txBody>
      </p:sp>
      <p:sp>
        <p:nvSpPr>
          <p:cNvPr id="88" name="직사각형 87">
            <a:extLst xmlns:a="http://schemas.openxmlformats.org/drawingml/2006/main">
              <a:ext uri="{FF2B5EF4-FFF2-40B4-BE49-F238E27FC236}">
                <a16:creationId xmlns:a16="http://schemas.microsoft.com/office/drawing/2014/main" id="{29ED21C8-A5D5-4F2C-8CB4-E1A31926E2CF}"/>
              </a:ext>
            </a:extLst>
          </p:cNvPr>
          <p:cNvSpPr>
            <a:spLocks xmlns:a="http://schemas.openxmlformats.org/drawingml/2006/main" noGrp="1"/>
          </p:cNvSpPr>
          <p:nvPr/>
        </p:nvSpPr>
        <p:spPr>
          <a:xfrm xmlns:a="http://schemas.openxmlformats.org/drawingml/2006/main">
            <a:off x="419100" y="6524625"/>
            <a:ext cx="69532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eaLnBrk="0" latinLnBrk="0">
              <a:buNone/>
              <a:defRPr sz="900" b="0" lang="ko-KR">
                <a:solidFill>
                  <a:srgbClr val="5B6570"/>
                </a:solidFill>
                <a:latin typeface="맑은 고딕"/>
                <a:ea typeface="맑은 고딕"/>
                <a:cs typeface="맑은 고딕"/>
              </a:defRPr>
            </a:pPr>
            <a:r>
              <a:rPr sz="900" b="0" lang="ko-KR">
                <a:solidFill>
                  <a:srgbClr val="5B6570"/>
                </a:solidFill>
                <a:latin typeface="맑은 고딕"/>
                <a:ea typeface="맑은 고딕"/>
                <a:cs typeface="맑은 고딕"/>
              </a:rPr>
              <a:t>핵심 5 / ④ 변경 확인, 승인 후 다시 실행</a:t>
            </a:r>
          </a:p>
        </p:txBody>
      </p:sp>
      <p:sp>
        <p:nvSpPr>
          <p:cNvPr id="89" name="직사각형 88">
            <a:extLst xmlns:a="http://schemas.openxmlformats.org/drawingml/2006/main">
              <a:ext uri="{FF2B5EF4-FFF2-40B4-BE49-F238E27FC236}">
                <a16:creationId xmlns:a16="http://schemas.microsoft.com/office/drawing/2014/main" id="{8BDF2A46-962C-445F-A8F6-5BD37D88720E}"/>
              </a:ext>
            </a:extLst>
          </p:cNvPr>
          <p:cNvSpPr>
            <a:spLocks xmlns:a="http://schemas.openxmlformats.org/drawingml/2006/main" noGrp="1"/>
          </p:cNvSpPr>
          <p:nvPr/>
        </p:nvSpPr>
        <p:spPr>
          <a:xfrm xmlns:a="http://schemas.openxmlformats.org/drawingml/2006/main">
            <a:off x="8334375" y="6524625"/>
            <a:ext cx="4000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eaLnBrk="0" latinLnBrk="0">
              <a:buNone/>
              <a:defRPr sz="900" b="0" lang="ko-KR">
                <a:solidFill>
                  <a:srgbClr val="5B6570"/>
                </a:solidFill>
                <a:latin typeface="맑은 고딕"/>
                <a:ea typeface="맑은 고딕"/>
                <a:cs typeface="맑은 고딕"/>
              </a:defRPr>
            </a:pPr>
            <a:r>
              <a:rPr sz="900" b="0" lang="ko-KR">
                <a:solidFill>
                  <a:srgbClr val="5B6570"/>
                </a:solidFill>
                <a:latin typeface="맑은 고딕"/>
                <a:ea typeface="맑은 고딕"/>
                <a:cs typeface="맑은 고딕"/>
              </a:rPr>
              <a:t>09</a:t>
            </a:r>
          </a:p>
        </p:txBody>
      </p:sp>
      <p:sp>
        <p:nvSpPr>
          <p:cNvPr id="149" name="">
            <a:extLst xmlns:a="http://schemas.openxmlformats.org/drawingml/2006/main">
              <a:ext uri="{FF2B5EF4-FFF2-40B4-BE49-F238E27FC236}">
                <a16:creationId xmlns:a16="http://schemas.microsoft.com/office/drawing/2014/main" id="{A77F7041-4827-4004-828C-EB094B96CDD3}"/>
              </a:ext>
            </a:extLst>
          </p:cNvPr>
          <p:cNvSpPr>
            <a:spLocks xmlns:a="http://schemas.openxmlformats.org/drawingml/2006/main" noGrp="1"/>
          </p:cNvSpPr>
          <p:nvPr/>
        </p:nvSpPr>
        <p:spPr>
          <a:xfrm xmlns:a="http://schemas.openxmlformats.org/drawingml/2006/main">
            <a:off x="419100" y="17811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eaLnBrk="0" latinLnBrk="0">
              <a:lnSpc>
                <a:spcPct val="123000"/>
              </a:lnSpc>
              <a:buNone/>
              <a:defRPr sz="1350" b="0" lang="ko-KR">
                <a:solidFill>
                  <a:srgbClr val="5B6570"/>
                </a:solidFill>
                <a:latin typeface="맑은 고딕"/>
                <a:ea typeface="맑은 고딕"/>
                <a:cs typeface="맑은 고딕"/>
              </a:defRPr>
            </a:pPr>
            <a:r>
              <a:rPr sz="1350" b="0" lang="ko-KR">
                <a:solidFill>
                  <a:srgbClr val="5B6570"/>
                </a:solidFill>
                <a:latin typeface="맑은 고딕"/>
                <a:ea typeface="맑은 고딕"/>
                <a:cs typeface="맑은 고딕"/>
              </a:rPr>
              <a:t>① 실패 발생</a:t>
            </a:r>
          </a:p>
        </p:txBody>
      </p:sp>
      <p:sp>
        <p:nvSpPr>
          <p:cNvPr id="150" name="">
            <a:extLst xmlns:a="http://schemas.openxmlformats.org/drawingml/2006/main">
              <a:ext uri="{FF2B5EF4-FFF2-40B4-BE49-F238E27FC236}">
                <a16:creationId xmlns:a16="http://schemas.microsoft.com/office/drawing/2014/main" id="{BD3A4744-56E7-4063-8FCB-300CEFA28B47}"/>
              </a:ext>
            </a:extLst>
          </p:cNvPr>
          <p:cNvSpPr>
            <a:spLocks xmlns:a="http://schemas.openxmlformats.org/drawingml/2006/main" noGrp="1"/>
          </p:cNvSpPr>
          <p:nvPr/>
        </p:nvSpPr>
        <p:spPr>
          <a:xfrm xmlns:a="http://schemas.openxmlformats.org/drawingml/2006/main">
            <a:off x="2543175" y="17811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eaLnBrk="0" latinLnBrk="0">
              <a:lnSpc>
                <a:spcPct val="123000"/>
              </a:lnSpc>
              <a:buNone/>
              <a:defRPr sz="1350" b="0" lang="ko-KR">
                <a:solidFill>
                  <a:srgbClr val="5B6570"/>
                </a:solidFill>
                <a:latin typeface="맑은 고딕"/>
                <a:ea typeface="맑은 고딕"/>
                <a:cs typeface="맑은 고딕"/>
              </a:defRPr>
            </a:pPr>
            <a:r>
              <a:rPr sz="1350" b="0" lang="ko-KR">
                <a:solidFill>
                  <a:srgbClr val="5B6570"/>
                </a:solidFill>
                <a:latin typeface="맑은 고딕"/>
                <a:ea typeface="맑은 고딕"/>
                <a:cs typeface="맑은 고딕"/>
              </a:rPr>
              <a:t>② 실패 원인 선택</a:t>
            </a:r>
          </a:p>
        </p:txBody>
      </p:sp>
      <p:sp>
        <p:nvSpPr>
          <p:cNvPr id="151" name="">
            <a:extLst xmlns:a="http://schemas.openxmlformats.org/drawingml/2006/main">
              <a:ext uri="{FF2B5EF4-FFF2-40B4-BE49-F238E27FC236}">
                <a16:creationId xmlns:a16="http://schemas.microsoft.com/office/drawing/2014/main" id="{628DA491-2239-40C6-80E1-AD36937B4DCF}"/>
              </a:ext>
            </a:extLst>
          </p:cNvPr>
          <p:cNvSpPr>
            <a:spLocks xmlns:a="http://schemas.openxmlformats.org/drawingml/2006/main" noGrp="1"/>
          </p:cNvSpPr>
          <p:nvPr/>
        </p:nvSpPr>
        <p:spPr>
          <a:xfrm xmlns:a="http://schemas.openxmlformats.org/drawingml/2006/main">
            <a:off x="4667250" y="17811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eaLnBrk="0" latinLnBrk="0">
              <a:lnSpc>
                <a:spcPct val="123000"/>
              </a:lnSpc>
              <a:buNone/>
              <a:defRPr sz="1350" b="0" lang="ko-KR">
                <a:solidFill>
                  <a:srgbClr val="5B6570"/>
                </a:solidFill>
                <a:latin typeface="맑은 고딕"/>
                <a:ea typeface="맑은 고딕"/>
                <a:cs typeface="맑은 고딕"/>
              </a:defRPr>
            </a:pPr>
            <a:r>
              <a:rPr sz="1350" b="0" lang="ko-KR">
                <a:solidFill>
                  <a:srgbClr val="5B6570"/>
                </a:solidFill>
                <a:latin typeface="맑은 고딕"/>
                <a:ea typeface="맑은 고딕"/>
                <a:cs typeface="맑은 고딕"/>
              </a:rPr>
              <a:t>③ 회복안 제안</a:t>
            </a:r>
          </a:p>
        </p:txBody>
      </p:sp>
      <p:sp>
        <p:nvSpPr>
          <p:cNvPr id="152" name="">
            <a:extLst xmlns:a="http://schemas.openxmlformats.org/drawingml/2006/main">
              <a:ext uri="{FF2B5EF4-FFF2-40B4-BE49-F238E27FC236}">
                <a16:creationId xmlns:a16="http://schemas.microsoft.com/office/drawing/2014/main" id="{EEE0393A-3E3B-4D3C-98F1-87718B530587}"/>
              </a:ext>
            </a:extLst>
          </p:cNvPr>
          <p:cNvSpPr>
            <a:spLocks xmlns:a="http://schemas.openxmlformats.org/drawingml/2006/main" noGrp="1"/>
          </p:cNvSpPr>
          <p:nvPr/>
        </p:nvSpPr>
        <p:spPr>
          <a:xfrm xmlns:a="http://schemas.openxmlformats.org/drawingml/2006/main">
            <a:off x="6791325" y="17811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eaLnBrk="0" latinLnBrk="0">
              <a:lnSpc>
                <a:spcPct val="123000"/>
              </a:lnSpc>
              <a:buNone/>
              <a:defRPr sz="1350" b="1" lang="ko-KR">
                <a:solidFill>
                  <a:srgbClr val="9E472F"/>
                </a:solidFill>
                <a:latin typeface="맑은 고딕"/>
                <a:ea typeface="맑은 고딕"/>
                <a:cs typeface="맑은 고딕"/>
              </a:defRPr>
            </a:pPr>
            <a:r>
              <a:rPr sz="1350" b="1" lang="ko-KR">
                <a:solidFill>
                  <a:srgbClr val="9E472F"/>
                </a:solidFill>
                <a:latin typeface="맑은 고딕"/>
                <a:ea typeface="맑은 고딕"/>
                <a:cs typeface="맑은 고딕"/>
              </a:rPr>
              <a:t>④ 변경된 계획 확인</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d2edb981ab9a4629"/>
          <a:stretch xmlns:a="http://schemas.openxmlformats.org/drawingml/2006/main"/>
        </p:blipFill>
        <p:spPr>
          <a:xfrm xmlns:a="http://schemas.openxmlformats.org/drawingml/2006/main">
            <a:off x="691285" y="2171700"/>
            <a:ext cx="1874980" cy="4057650"/>
          </a:xfrm>
          <a:prstGeom xmlns:a="http://schemas.openxmlformats.org/drawingml/2006/main" prst="rect">
            <a:avLst/>
          </a:prstGeom>
        </p:spPr>
      </p:pic>
      <p:sp>
        <p:nvSpPr>
          <p:cNvPr id="154" name="">
            <a:extLst xmlns:a="http://schemas.openxmlformats.org/drawingml/2006/main">
              <a:ext uri="{FF2B5EF4-FFF2-40B4-BE49-F238E27FC236}">
                <a16:creationId xmlns:a16="http://schemas.microsoft.com/office/drawing/2014/main" id="{853D1F7E-438C-4D97-B268-D29EB0AE0E4F}"/>
              </a:ext>
            </a:extLst>
          </p:cNvPr>
          <p:cNvSpPr>
            <a:spLocks xmlns:a="http://schemas.openxmlformats.org/drawingml/2006/main" noGrp="1"/>
          </p:cNvSpPr>
          <p:nvPr/>
        </p:nvSpPr>
        <p:spPr>
          <a:xfrm xmlns:a="http://schemas.openxmlformats.org/drawingml/2006/main">
            <a:off x="3267075" y="2190750"/>
            <a:ext cx="54006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eaLnBrk="0" latinLnBrk="0">
              <a:lnSpc>
                <a:spcPct val="123000"/>
              </a:lnSpc>
              <a:buNone/>
              <a:defRPr sz="1613" b="1" lang="ko-KR">
                <a:solidFill>
                  <a:srgbClr val="3B5AA8"/>
                </a:solidFill>
                <a:latin typeface="맑은 고딕"/>
                <a:ea typeface="맑은 고딕"/>
                <a:cs typeface="맑은 고딕"/>
              </a:defRPr>
            </a:pPr>
            <a:r>
              <a:rPr sz="1613" b="1" lang="ko-KR">
                <a:solidFill>
                  <a:srgbClr val="3B5AA8"/>
                </a:solidFill>
                <a:latin typeface="맑은 고딕"/>
                <a:ea typeface="맑은 고딕"/>
                <a:cs typeface="맑은 고딕"/>
              </a:rPr>
              <a:t>문제</a:t>
            </a:r>
          </a:p>
        </p:txBody>
      </p:sp>
      <p:sp>
        <p:nvSpPr>
          <p:cNvPr id="155" name="">
            <a:extLst xmlns:a="http://schemas.openxmlformats.org/drawingml/2006/main">
              <a:ext uri="{FF2B5EF4-FFF2-40B4-BE49-F238E27FC236}">
                <a16:creationId xmlns:a16="http://schemas.microsoft.com/office/drawing/2014/main" id="{FA27FE3E-88B4-4DAA-B0FB-8BD46AC3290F}"/>
              </a:ext>
            </a:extLst>
          </p:cNvPr>
          <p:cNvSpPr>
            <a:spLocks xmlns:a="http://schemas.openxmlformats.org/drawingml/2006/main" noGrp="1"/>
          </p:cNvSpPr>
          <p:nvPr/>
        </p:nvSpPr>
        <p:spPr>
          <a:xfrm xmlns:a="http://schemas.openxmlformats.org/drawingml/2006/main">
            <a:off x="3267075" y="2505075"/>
            <a:ext cx="540067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eaLnBrk="0" latinLnBrk="0">
              <a:lnSpc>
                <a:spcPct val="123000"/>
              </a:lnSpc>
              <a:buNone/>
              <a:defRPr sz="1500" b="0" lang="ko-KR">
                <a:solidFill>
                  <a:srgbClr val="24292F"/>
                </a:solidFill>
                <a:latin typeface="맑은 고딕"/>
                <a:ea typeface="맑은 고딕"/>
                <a:cs typeface="맑은 고딕"/>
              </a:defRPr>
            </a:pPr>
            <a:r>
              <a:rPr sz="1500" b="0" lang="ko-KR">
                <a:solidFill>
                  <a:srgbClr val="24292F"/>
                </a:solidFill>
                <a:latin typeface="맑은 고딕"/>
                <a:ea typeface="맑은 고딕"/>
                <a:cs typeface="맑은 고딕"/>
              </a:rPr>
              <a:t>회복안을 고른 뒤 일정이 바로 바뀌면</a:t>
            </a:r>
          </a:p>
          <a:p xmlns:a="http://schemas.openxmlformats.org/drawingml/2006/main">
            <a:pPr algn="l" eaLnBrk="0" latinLnBrk="0">
              <a:lnSpc>
                <a:spcPct val="123000"/>
              </a:lnSpc>
              <a:buNone/>
              <a:defRPr sz="1500" b="0" lang="ko-KR">
                <a:solidFill>
                  <a:srgbClr val="24292F"/>
                </a:solidFill>
                <a:latin typeface="맑은 고딕"/>
                <a:ea typeface="맑은 고딕"/>
                <a:cs typeface="맑은 고딕"/>
              </a:defRPr>
            </a:pPr>
            <a:r>
              <a:rPr sz="1500" b="0" lang="ko-KR">
                <a:solidFill>
                  <a:srgbClr val="24292F"/>
                </a:solidFill>
                <a:latin typeface="맑은 고딕"/>
                <a:ea typeface="맑은 고딕"/>
                <a:cs typeface="맑은 고딕"/>
              </a:rPr>
              <a:t>사용자가 변경 내용을 확인하기 어렵다.</a:t>
            </a:r>
          </a:p>
        </p:txBody>
      </p:sp>
      <p:sp>
        <p:nvSpPr>
          <p:cNvPr id="156" name="">
            <a:extLst xmlns:a="http://schemas.openxmlformats.org/drawingml/2006/main">
              <a:ext uri="{FF2B5EF4-FFF2-40B4-BE49-F238E27FC236}">
                <a16:creationId xmlns:a16="http://schemas.microsoft.com/office/drawing/2014/main" id="{E86332D8-DA6B-4C11-A51E-DD69ECF70087}"/>
              </a:ext>
            </a:extLst>
          </p:cNvPr>
          <p:cNvSpPr>
            <a:spLocks xmlns:a="http://schemas.openxmlformats.org/drawingml/2006/main" noGrp="1"/>
          </p:cNvSpPr>
          <p:nvPr/>
        </p:nvSpPr>
        <p:spPr>
          <a:xfrm xmlns:a="http://schemas.openxmlformats.org/drawingml/2006/main">
            <a:off x="3267075" y="3181350"/>
            <a:ext cx="54006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eaLnBrk="0" latinLnBrk="0">
              <a:lnSpc>
                <a:spcPct val="123000"/>
              </a:lnSpc>
              <a:buNone/>
              <a:defRPr sz="1613" b="1" lang="ko-KR">
                <a:solidFill>
                  <a:srgbClr val="3B5AA8"/>
                </a:solidFill>
                <a:latin typeface="맑은 고딕"/>
                <a:ea typeface="맑은 고딕"/>
                <a:cs typeface="맑은 고딕"/>
              </a:defRPr>
            </a:pPr>
            <a:r>
              <a:rPr sz="1613" b="1" lang="ko-KR">
                <a:solidFill>
                  <a:srgbClr val="3B5AA8"/>
                </a:solidFill>
                <a:latin typeface="맑은 고딕"/>
                <a:ea typeface="맑은 고딕"/>
                <a:cs typeface="맑은 고딕"/>
              </a:rPr>
              <a:t>기능과 사용</a:t>
            </a:r>
          </a:p>
        </p:txBody>
      </p:sp>
      <p:sp>
        <p:nvSpPr>
          <p:cNvPr id="157" name="">
            <a:extLst xmlns:a="http://schemas.openxmlformats.org/drawingml/2006/main">
              <a:ext uri="{FF2B5EF4-FFF2-40B4-BE49-F238E27FC236}">
                <a16:creationId xmlns:a16="http://schemas.microsoft.com/office/drawing/2014/main" id="{A764DF84-F6DD-4963-B2B6-6392B635FC79}"/>
              </a:ext>
            </a:extLst>
          </p:cNvPr>
          <p:cNvSpPr>
            <a:spLocks xmlns:a="http://schemas.openxmlformats.org/drawingml/2006/main" noGrp="1"/>
          </p:cNvSpPr>
          <p:nvPr/>
        </p:nvSpPr>
        <p:spPr>
          <a:xfrm xmlns:a="http://schemas.openxmlformats.org/drawingml/2006/main">
            <a:off x="3267075" y="3495675"/>
            <a:ext cx="540067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eaLnBrk="0" latinLnBrk="0">
              <a:lnSpc>
                <a:spcPct val="123000"/>
              </a:lnSpc>
              <a:buNone/>
              <a:defRPr sz="1500" b="0" lang="ko-KR">
                <a:solidFill>
                  <a:srgbClr val="24292F"/>
                </a:solidFill>
                <a:latin typeface="맑은 고딕"/>
                <a:ea typeface="맑은 고딕"/>
                <a:cs typeface="맑은 고딕"/>
              </a:defRPr>
            </a:pPr>
            <a:r>
              <a:rPr sz="1500" b="0" lang="ko-KR">
                <a:solidFill>
                  <a:srgbClr val="24292F"/>
                </a:solidFill>
                <a:latin typeface="맑은 고딕"/>
                <a:ea typeface="맑은 고딕"/>
                <a:cs typeface="맑은 고딕"/>
              </a:rPr>
              <a:t>기존 할 일과 바뀔 분량, 시간을 비교한다.</a:t>
            </a:r>
          </a:p>
          <a:p xmlns:a="http://schemas.openxmlformats.org/drawingml/2006/main">
            <a:pPr algn="l" eaLnBrk="0" latinLnBrk="0">
              <a:lnSpc>
                <a:spcPct val="123000"/>
              </a:lnSpc>
              <a:buNone/>
              <a:defRPr sz="1500" b="0" lang="ko-KR">
                <a:solidFill>
                  <a:srgbClr val="24292F"/>
                </a:solidFill>
                <a:latin typeface="맑은 고딕"/>
                <a:ea typeface="맑은 고딕"/>
                <a:cs typeface="맑은 고딕"/>
              </a:defRPr>
            </a:pPr>
            <a:r>
              <a:rPr sz="1500" b="0" lang="ko-KR">
                <a:solidFill>
                  <a:srgbClr val="24292F"/>
                </a:solidFill>
                <a:latin typeface="맑은 고딕"/>
                <a:ea typeface="맑은 고딕"/>
                <a:cs typeface="맑은 고딕"/>
              </a:rPr>
              <a:t>사용자가 일정 반영하기를 눌러 최종 승인한다.</a:t>
            </a:r>
          </a:p>
        </p:txBody>
      </p:sp>
      <p:sp>
        <p:nvSpPr>
          <p:cNvPr id="158" name="">
            <a:extLst xmlns:a="http://schemas.openxmlformats.org/drawingml/2006/main">
              <a:ext uri="{FF2B5EF4-FFF2-40B4-BE49-F238E27FC236}">
                <a16:creationId xmlns:a16="http://schemas.microsoft.com/office/drawing/2014/main" id="{2A2421AA-3FB6-4B8A-94D5-16F45CFA9331}"/>
              </a:ext>
            </a:extLst>
          </p:cNvPr>
          <p:cNvSpPr>
            <a:spLocks xmlns:a="http://schemas.openxmlformats.org/drawingml/2006/main" noGrp="1"/>
          </p:cNvSpPr>
          <p:nvPr/>
        </p:nvSpPr>
        <p:spPr>
          <a:xfrm xmlns:a="http://schemas.openxmlformats.org/drawingml/2006/main">
            <a:off x="3267075" y="4238625"/>
            <a:ext cx="54006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eaLnBrk="0" latinLnBrk="0">
              <a:lnSpc>
                <a:spcPct val="123000"/>
              </a:lnSpc>
              <a:buNone/>
              <a:defRPr sz="1613" b="1" lang="ko-KR">
                <a:solidFill>
                  <a:srgbClr val="3B5AA8"/>
                </a:solidFill>
                <a:latin typeface="맑은 고딕"/>
                <a:ea typeface="맑은 고딕"/>
                <a:cs typeface="맑은 고딕"/>
              </a:defRPr>
            </a:pPr>
            <a:r>
              <a:rPr sz="1613" b="1" lang="ko-KR">
                <a:solidFill>
                  <a:srgbClr val="3B5AA8"/>
                </a:solidFill>
                <a:latin typeface="맑은 고딕"/>
                <a:ea typeface="맑은 고딕"/>
                <a:cs typeface="맑은 고딕"/>
              </a:rPr>
              <a:t>구현 방식</a:t>
            </a:r>
          </a:p>
        </p:txBody>
      </p:sp>
      <p:sp>
        <p:nvSpPr>
          <p:cNvPr id="159" name="">
            <a:extLst xmlns:a="http://schemas.openxmlformats.org/drawingml/2006/main">
              <a:ext uri="{FF2B5EF4-FFF2-40B4-BE49-F238E27FC236}">
                <a16:creationId xmlns:a16="http://schemas.microsoft.com/office/drawing/2014/main" id="{7C040499-B161-4CD6-A9E9-823618F8E173}"/>
              </a:ext>
            </a:extLst>
          </p:cNvPr>
          <p:cNvSpPr>
            <a:spLocks xmlns:a="http://schemas.openxmlformats.org/drawingml/2006/main" noGrp="1"/>
          </p:cNvSpPr>
          <p:nvPr/>
        </p:nvSpPr>
        <p:spPr>
          <a:xfrm xmlns:a="http://schemas.openxmlformats.org/drawingml/2006/main">
            <a:off x="3267075" y="4552950"/>
            <a:ext cx="540067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eaLnBrk="0" latinLnBrk="0">
              <a:lnSpc>
                <a:spcPct val="123000"/>
              </a:lnSpc>
              <a:buNone/>
              <a:defRPr sz="1500" b="0" lang="ko-KR">
                <a:solidFill>
                  <a:srgbClr val="24292F"/>
                </a:solidFill>
                <a:latin typeface="맑은 고딕"/>
                <a:ea typeface="맑은 고딕"/>
                <a:cs typeface="맑은 고딕"/>
              </a:defRPr>
            </a:pPr>
            <a:r>
              <a:rPr sz="1500" b="0" lang="ko-KR">
                <a:solidFill>
                  <a:srgbClr val="24292F"/>
                </a:solidFill>
                <a:latin typeface="맑은 고딕"/>
                <a:ea typeface="맑은 고딕"/>
                <a:cs typeface="맑은 고딕"/>
              </a:rPr>
              <a:t>새 할 일이 있는 회복안은 변경 전후를 조회한다.</a:t>
            </a:r>
          </a:p>
          <a:p xmlns:a="http://schemas.openxmlformats.org/drawingml/2006/main">
            <a:pPr algn="l" eaLnBrk="0" latinLnBrk="0">
              <a:lnSpc>
                <a:spcPct val="123000"/>
              </a:lnSpc>
              <a:buNone/>
              <a:defRPr sz="1500" b="0" lang="ko-KR">
                <a:solidFill>
                  <a:srgbClr val="24292F"/>
                </a:solidFill>
                <a:latin typeface="맑은 고딕"/>
                <a:ea typeface="맑은 고딕"/>
                <a:cs typeface="맑은 고딕"/>
              </a:defRPr>
            </a:pPr>
            <a:r>
              <a:rPr sz="1500" b="0" lang="ko-KR">
                <a:solidFill>
                  <a:srgbClr val="24292F"/>
                </a:solidFill>
                <a:latin typeface="맑은 고딕"/>
                <a:ea typeface="맑은 고딕"/>
                <a:cs typeface="맑은 고딕"/>
              </a:rPr>
              <a:t>승인이 성공해야 시간표에 배치하고 오늘로 이동한다.</a:t>
            </a:r>
          </a:p>
        </p:txBody>
      </p:sp>
      <p:sp>
        <p:nvSpPr>
          <p:cNvPr id="160" name="">
            <a:extLst xmlns:a="http://schemas.openxmlformats.org/drawingml/2006/main">
              <a:ext uri="{FF2B5EF4-FFF2-40B4-BE49-F238E27FC236}">
                <a16:creationId xmlns:a16="http://schemas.microsoft.com/office/drawing/2014/main" id="{0B5F2868-BF03-4512-A464-FDFD03DE5104}"/>
              </a:ext>
            </a:extLst>
          </p:cNvPr>
          <p:cNvSpPr>
            <a:spLocks xmlns:a="http://schemas.openxmlformats.org/drawingml/2006/main" noGrp="1"/>
          </p:cNvSpPr>
          <p:nvPr/>
        </p:nvSpPr>
        <p:spPr>
          <a:xfrm xmlns:a="http://schemas.openxmlformats.org/drawingml/2006/main">
            <a:off x="3267075" y="5257800"/>
            <a:ext cx="54006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eaLnBrk="0" latinLnBrk="0">
              <a:lnSpc>
                <a:spcPct val="123000"/>
              </a:lnSpc>
              <a:buNone/>
              <a:defRPr sz="1613" b="1" lang="ko-KR">
                <a:solidFill>
                  <a:srgbClr val="9E472F"/>
                </a:solidFill>
                <a:latin typeface="맑은 고딕"/>
                <a:ea typeface="맑은 고딕"/>
                <a:cs typeface="맑은 고딕"/>
              </a:defRPr>
            </a:pPr>
            <a:r>
              <a:rPr sz="1613" b="1" lang="ko-KR">
                <a:solidFill>
                  <a:srgbClr val="9E472F"/>
                </a:solidFill>
                <a:latin typeface="맑은 고딕"/>
                <a:ea typeface="맑은 고딕"/>
                <a:cs typeface="맑은 고딕"/>
              </a:rPr>
              <a:t>사용자 변화</a:t>
            </a:r>
          </a:p>
        </p:txBody>
      </p:sp>
      <p:sp>
        <p:nvSpPr>
          <p:cNvPr id="161" name="">
            <a:extLst xmlns:a="http://schemas.openxmlformats.org/drawingml/2006/main">
              <a:ext uri="{FF2B5EF4-FFF2-40B4-BE49-F238E27FC236}">
                <a16:creationId xmlns:a16="http://schemas.microsoft.com/office/drawing/2014/main" id="{02DCED69-2BC7-47F8-A2E7-7C23D34B303E}"/>
              </a:ext>
            </a:extLst>
          </p:cNvPr>
          <p:cNvSpPr>
            <a:spLocks xmlns:a="http://schemas.openxmlformats.org/drawingml/2006/main" noGrp="1"/>
          </p:cNvSpPr>
          <p:nvPr/>
        </p:nvSpPr>
        <p:spPr>
          <a:xfrm xmlns:a="http://schemas.openxmlformats.org/drawingml/2006/main">
            <a:off x="3267075" y="5572125"/>
            <a:ext cx="540067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eaLnBrk="0" latinLnBrk="0">
              <a:lnSpc>
                <a:spcPct val="123000"/>
              </a:lnSpc>
              <a:buNone/>
              <a:defRPr sz="1500" b="0" lang="ko-KR">
                <a:solidFill>
                  <a:srgbClr val="24292F"/>
                </a:solidFill>
                <a:latin typeface="맑은 고딕"/>
                <a:ea typeface="맑은 고딕"/>
                <a:cs typeface="맑은 고딕"/>
              </a:defRPr>
            </a:pPr>
            <a:r>
              <a:rPr sz="1500" b="0" lang="ko-KR">
                <a:solidFill>
                  <a:srgbClr val="24292F"/>
                </a:solidFill>
                <a:latin typeface="맑은 고딕"/>
                <a:ea typeface="맑은 고딕"/>
                <a:cs typeface="맑은 고딕"/>
              </a:rPr>
              <a:t>승인한 계획으로 다시 실행한다. 시간 변경은 직접</a:t>
            </a:r>
          </a:p>
          <a:p xmlns:a="http://schemas.openxmlformats.org/drawingml/2006/main">
            <a:pPr algn="l" eaLnBrk="0" latinLnBrk="0">
              <a:lnSpc>
                <a:spcPct val="123000"/>
              </a:lnSpc>
              <a:buNone/>
              <a:defRPr sz="1500" b="0" lang="ko-KR">
                <a:solidFill>
                  <a:srgbClr val="24292F"/>
                </a:solidFill>
                <a:latin typeface="맑은 고딕"/>
                <a:ea typeface="맑은 고딕"/>
                <a:cs typeface="맑은 고딕"/>
              </a:defRPr>
            </a:pPr>
            <a:r>
              <a:rPr sz="1500" b="0" lang="ko-KR">
                <a:solidFill>
                  <a:srgbClr val="24292F"/>
                </a:solidFill>
                <a:latin typeface="맑은 고딕"/>
                <a:ea typeface="맑은 고딕"/>
                <a:cs typeface="맑은 고딕"/>
              </a:rPr>
              <a:t>수정하며, 보류를 고르면 새 일정을 만들지 않는다.</a:t>
            </a:r>
          </a:p>
        </p:txBody>
      </p:sp>
      <p:sp>
        <p:nvSpPr>
          <p:cNvPr id="162" name="">
            <a:extLst xmlns:a="http://schemas.openxmlformats.org/drawingml/2006/main">
              <a:ext uri="{FF2B5EF4-FFF2-40B4-BE49-F238E27FC236}">
                <a16:creationId xmlns:a16="http://schemas.microsoft.com/office/drawing/2014/main" id="{CA98ECBC-B9EB-4FA7-AB4B-036D8B4ABEE8}"/>
              </a:ext>
            </a:extLst>
          </p:cNvPr>
          <p:cNvSpPr>
            <a:spLocks xmlns:a="http://schemas.openxmlformats.org/drawingml/2006/main" noGrp="1"/>
          </p:cNvSpPr>
          <p:nvPr/>
        </p:nvSpPr>
        <p:spPr>
          <a:xfrm xmlns:a="http://schemas.openxmlformats.org/drawingml/2006/main">
            <a:off x="3267075" y="6296025"/>
            <a:ext cx="54006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eaLnBrk="0" latinLnBrk="0">
              <a:lnSpc>
                <a:spcPct val="123000"/>
              </a:lnSpc>
              <a:buNone/>
              <a:defRPr sz="863" b="0" lang="ko-KR">
                <a:solidFill>
                  <a:srgbClr val="5B6570"/>
                </a:solidFill>
                <a:latin typeface="맑은 고딕"/>
                <a:ea typeface="맑은 고딕"/>
                <a:cs typeface="맑은 고딕"/>
              </a:defRPr>
            </a:pPr>
            <a:r>
              <a:rPr sz="863" b="0" lang="ko-KR">
                <a:solidFill>
                  <a:srgbClr val="5B6570"/>
                </a:solidFill>
                <a:latin typeface="맑은 고딕"/>
                <a:ea typeface="맑은 고딕"/>
                <a:cs typeface="맑은 고딕"/>
              </a:rPr>
              <a:t>실제 UI, 시연용 예시 데이터.</a:t>
            </a:r>
          </a:p>
        </p:txBody>
      </p:sp>
    </p:spTree>
    <p:extLst>
      <p:ext uri="{BB962C8B-B14F-4D97-AF65-F5344CB8AC3E}">
        <p14:creationId xmlns:p14="http://schemas.microsoft.com/office/powerpoint/2010/main" val="3195766679"/>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4" name="직사각형 23">
            <a:extLst xmlns:a="http://schemas.openxmlformats.org/drawingml/2006/main">
              <a:ext uri="{FF2B5EF4-FFF2-40B4-BE49-F238E27FC236}">
                <a16:creationId xmlns:a16="http://schemas.microsoft.com/office/drawing/2014/main" id="{87FE247D-BCD8-49C9-AB08-42C204606102}"/>
              </a:ext>
            </a:extLst>
          </p:cNvPr>
          <p:cNvSpPr>
            <a:spLocks xmlns:a="http://schemas.openxmlformats.org/drawingml/2006/main" noGrp="1"/>
          </p:cNvSpPr>
          <p:nvPr/>
        </p:nvSpPr>
        <p:spPr>
          <a:xfrm xmlns:a="http://schemas.openxmlformats.org/drawingml/2006/main">
            <a:off x="107504" y="0"/>
            <a:ext cx="3096344" cy="1124744"/>
          </a:xfrm>
          <a:prstGeom xmlns:a="http://schemas.openxmlformats.org/drawingml/2006/main" prst="rect">
            <a:avLst/>
          </a:prstGeom>
          <a:solidFill xmlns:a="http://schemas.openxmlformats.org/drawingml/2006/main">
            <a:srgbClr val="3B5AA8"/>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eaLnBrk="0" latinLnBrk="0">
              <a:buNone/>
            </a:pPr>
            <a:endParaRPr lang="ko-KR"/>
          </a:p>
        </p:txBody>
      </p:sp>
      <p:sp>
        <p:nvSpPr>
          <p:cNvPr id="25" name="직선 연결선 24">
            <a:extLst xmlns:a="http://schemas.openxmlformats.org/drawingml/2006/main">
              <a:ext uri="{FF2B5EF4-FFF2-40B4-BE49-F238E27FC236}">
                <a16:creationId xmlns:a16="http://schemas.microsoft.com/office/drawing/2014/main" id="{56E72A93-616C-44BF-B205-95E477EF8F6D}"/>
              </a:ext>
            </a:extLst>
          </p:cNvPr>
          <p:cNvSpPr>
            <a:spLocks xmlns:a="http://schemas.openxmlformats.org/drawingml/2006/main" noGrp="1"/>
          </p:cNvSpPr>
          <p:nvPr/>
        </p:nvSpPr>
        <p:spPr>
          <a:xfrm xmlns:a="http://schemas.openxmlformats.org/drawingml/2006/main">
            <a:off x="424356" y="541195"/>
            <a:ext cx="2591728" cy="0"/>
          </a:xfrm>
          <a:prstGeom xmlns:a="http://schemas.openxmlformats.org/drawingml/2006/main" prst="line">
            <a:avLst/>
          </a:prstGeom>
          <a:ln xmlns:a="http://schemas.openxmlformats.org/drawingml/2006/main" w="28575">
            <a:solidFill>
              <a:schemeClr val="bg1">
                <a:lumMod val="95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txBody>
          <a:bodyPr xmlns:a="http://schemas.openxmlformats.org/drawingml/2006/main"/>
          <a:lstStyle xmlns:a="http://schemas.openxmlformats.org/drawingml/2006/main"/>
          <a:p xmlns:a="http://schemas.openxmlformats.org/drawingml/2006/main">
            <a:pPr eaLnBrk="0" latinLnBrk="0">
              <a:buNone/>
            </a:pPr>
            <a:endParaRPr lang="ko-KR"/>
          </a:p>
        </p:txBody>
      </p:sp>
      <p:sp>
        <p:nvSpPr>
          <p:cNvPr id="26" name="직선 연결선 25">
            <a:extLst xmlns:a="http://schemas.openxmlformats.org/drawingml/2006/main">
              <a:ext uri="{FF2B5EF4-FFF2-40B4-BE49-F238E27FC236}">
                <a16:creationId xmlns:a16="http://schemas.microsoft.com/office/drawing/2014/main" id="{072C1394-538A-4BCF-9224-0784E0A048B3}"/>
              </a:ext>
            </a:extLst>
          </p:cNvPr>
          <p:cNvSpPr>
            <a:spLocks xmlns:a="http://schemas.openxmlformats.org/drawingml/2006/main" noGrp="1"/>
          </p:cNvSpPr>
          <p:nvPr/>
        </p:nvSpPr>
        <p:spPr>
          <a:xfrm xmlns:a="http://schemas.openxmlformats.org/drawingml/2006/main">
            <a:off x="3275856" y="548680"/>
            <a:ext cx="5328592" cy="0"/>
          </a:xfrm>
          <a:prstGeom xmlns:a="http://schemas.openxmlformats.org/drawingml/2006/main" prst="line">
            <a:avLst/>
          </a:prstGeom>
          <a:ln xmlns:a="http://schemas.openxmlformats.org/drawingml/2006/main" w="28575">
            <a:solidFill>
              <a:srgbClr val="3B5AA8"/>
            </a:solidFill>
          </a:ln>
        </p:spPr>
        <p:style>
          <a:lnRef xmlns:a="http://schemas.openxmlformats.org/drawingml/2006/main" idx="1">
            <a:schemeClr val="accent4"/>
          </a:lnRef>
          <a:fillRef xmlns:a="http://schemas.openxmlformats.org/drawingml/2006/main" idx="0">
            <a:schemeClr val="accent4"/>
          </a:fillRef>
          <a:effectRef xmlns:a="http://schemas.openxmlformats.org/drawingml/2006/main" idx="0">
            <a:schemeClr val="accent4"/>
          </a:effectRef>
          <a:fontRef xmlns:a="http://schemas.openxmlformats.org/drawingml/2006/main" idx="minor">
            <a:schemeClr val="tx1"/>
          </a:fontRef>
        </p:style>
        <p:txBody>
          <a:bodyPr xmlns:a="http://schemas.openxmlformats.org/drawingml/2006/main"/>
          <a:lstStyle xmlns:a="http://schemas.openxmlformats.org/drawingml/2006/main"/>
          <a:p xmlns:a="http://schemas.openxmlformats.org/drawingml/2006/main">
            <a:pPr eaLnBrk="0" latinLnBrk="0">
              <a:buNone/>
            </a:pPr>
            <a:endParaRPr lang="ko-KR"/>
          </a:p>
        </p:txBody>
      </p:sp>
      <p:sp>
        <p:nvSpPr>
          <p:cNvPr id="27" name="제목 12">
            <a:extLst xmlns:a="http://schemas.openxmlformats.org/drawingml/2006/main">
              <a:ext uri="{FF2B5EF4-FFF2-40B4-BE49-F238E27FC236}">
                <a16:creationId xmlns:a16="http://schemas.microsoft.com/office/drawing/2014/main" id="{99D20B54-FBA0-40C2-B7F4-249D25DD9104}"/>
              </a:ext>
            </a:extLst>
          </p:cNvPr>
          <p:cNvSpPr>
            <a:spLocks xmlns:a="http://schemas.openxmlformats.org/drawingml/2006/main" noGrp="1"/>
          </p:cNvSpPr>
          <p:nvPr/>
        </p:nvSpPr>
        <p:spPr>
          <a:xfrm xmlns:a="http://schemas.openxmlformats.org/drawingml/2006/main">
            <a:off x="323528" y="692696"/>
            <a:ext cx="2880320" cy="296631"/>
          </a:xfrm>
          <a:prstGeom xmlns:a="http://schemas.openxmlformats.org/drawingml/2006/main" prst="rect">
            <a:avLst/>
          </a:prstGeom>
        </p:spPr>
        <p:txBody>
          <a:bodyPr xmlns:a="http://schemas.openxmlformats.org/drawingml/2006/main" vert="horz" lIns="91440" tIns="45720" rIns="91440" bIns="45720" anchor="t">
            <a:noAutofit/>
          </a:bodyPr>
          <a:lstStyle xmlns:a="http://schemas.openxmlformats.org/drawingml/2006/main"/>
          <a:p xmlns:a="http://schemas.openxmlformats.org/drawingml/2006/main">
            <a:pPr marL="0" marR="0" lvl="0" indent="0" algn="l" defTabSz="914400" eaLnBrk="0" latinLnBrk="0">
              <a:lnSpc>
                <a:spcPct val="100000"/>
              </a:lnSpc>
              <a:spcBef>
                <a:spcPct val="0"/>
              </a:spcBef>
              <a:spcAft>
                <a:spcPts val="0"/>
              </a:spcAft>
              <a:buClrTx/>
              <a:buSzTx/>
              <a:buFontTx/>
              <a:buNone/>
              <a:defRPr sz="1700" b="1" lang="ko-KR">
                <a:solidFill>
                  <a:srgbClr val="FFFFFF"/>
                </a:solidFill>
                <a:latin typeface="맑은 고딕"/>
                <a:ea typeface="맑은 고딕"/>
                <a:cs typeface="맑은 고딕"/>
              </a:defRPr>
            </a:pPr>
            <a:r>
              <a:rPr sz="1700" b="1" i="0" u="none" cap="none" spc="0" lang="ko-KR">
                <a:ln>
                  <a:noFill/>
                </a:ln>
                <a:solidFill>
                  <a:srgbClr val="FFFFFF"/>
                </a:solidFill>
                <a:latin typeface="맑은 고딕"/>
                <a:ea typeface="맑은 고딕"/>
                <a:cs typeface="맑은 고딕"/>
              </a:rPr>
              <a:t>화면 설계서</a:t>
            </a:r>
            <a:endParaRPr sz="1700" b="0" i="0" u="none" kern="1200" cap="none" spc="-50" baseline="0" lang="ko-KR">
              <a:ln>
                <a:noFill/>
              </a:ln>
              <a:solidFill>
                <a:schemeClr val="bg1"/>
              </a:solidFill>
              <a:latin typeface="+mn-ea"/>
              <a:ea typeface="+mn-ea"/>
              <a:cs typeface="+mn-ea"/>
            </a:endParaRPr>
          </a:p>
        </p:txBody>
      </p:sp>
      <p:pic>
        <p:nvPicPr>
          <p:cNvPr id="129" name="Picture 2"/>
          <p:cNvPicPr>
            <a:picLocks xmlns:a="http://schemas.openxmlformats.org/drawingml/2006/main" noChangeAspect="1"/>
          </p:cNvPicPr>
          <p:nvPr/>
        </p:nvPicPr>
        <p:blipFill>
          <a:blip xmlns:r="http://schemas.openxmlformats.org/officeDocument/2006/relationships" xmlns:a="http://schemas.openxmlformats.org/drawingml/2006/main" r:embed="R6b7581bc839b4dcb"/>
          <a:srcRect xmlns:a="http://schemas.openxmlformats.org/drawingml/2006/main" l="0" t="0" r="0" b="0"/>
          <a:stretch xmlns:a="http://schemas.openxmlformats.org/drawingml/2006/main">
            <a:fillRect l="0" t="0" r="0" b="0"/>
          </a:stretch>
        </p:blipFill>
        <p:spPr>
          <a:xfrm xmlns:a="http://schemas.openxmlformats.org/drawingml/2006/main">
            <a:off x="8676456" y="476671"/>
            <a:ext cx="454960" cy="158965"/>
          </a:xfrm>
          <a:prstGeom xmlns:a="http://schemas.openxmlformats.org/drawingml/2006/main" prst="rect">
            <a:avLst/>
          </a:prstGeom>
          <a:ln xmlns:a="http://schemas.openxmlformats.org/drawingml/2006/main" w="9525">
            <a:noFill/>
            <a:miter/>
          </a:ln>
        </p:spPr>
      </p:pic>
      <p:sp>
        <p:nvSpPr>
          <p:cNvPr id="32" name="막힌 원호 31">
            <a:extLst xmlns:a="http://schemas.openxmlformats.org/drawingml/2006/main">
              <a:ext uri="{FF2B5EF4-FFF2-40B4-BE49-F238E27FC236}">
                <a16:creationId xmlns:a16="http://schemas.microsoft.com/office/drawing/2014/main" id="{9618B776-B49F-4D0C-880D-07488DEBF76A}"/>
              </a:ext>
            </a:extLst>
          </p:cNvPr>
          <p:cNvSpPr>
            <a:spLocks xmlns:a="http://schemas.openxmlformats.org/drawingml/2006/main" noGrp="1"/>
          </p:cNvSpPr>
          <p:nvPr/>
        </p:nvSpPr>
        <p:spPr>
          <a:xfrm xmlns:a="http://schemas.openxmlformats.org/drawingml/2006/main" flipV="1">
            <a:off x="-577697" y="-576001"/>
            <a:ext cx="1181047" cy="1167213"/>
          </a:xfrm>
          <a:prstGeom xmlns:a="http://schemas.openxmlformats.org/drawingml/2006/main" prst="blockArc">
            <a:avLst>
              <a:gd name="adj1" fmla="val 16158679"/>
              <a:gd name="adj2" fmla="val 0"/>
              <a:gd name="adj3" fmla="val 25000"/>
            </a:avLst>
          </a:prstGeom>
          <a:solidFill xmlns:a="http://schemas.openxmlformats.org/drawingml/2006/main">
            <a:schemeClr val="bg1"/>
          </a:solidFill>
          <a:ln xmlns:a="http://schemas.openxmlformats.org/drawingml/2006/main">
            <a:solidFill>
              <a:schemeClr val="bg1"/>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eaLnBrk="0" latinLnBrk="0">
              <a:buNone/>
            </a:pPr>
            <a:endParaRPr lang="ko-KR">
              <a:solidFill>
                <a:schemeClr val="tx1"/>
              </a:solidFill>
            </a:endParaRPr>
          </a:p>
        </p:txBody>
      </p:sp>
      <p:sp>
        <p:nvSpPr>
          <p:cNvPr id="87" name="직사각형 86">
            <a:extLst xmlns:a="http://schemas.openxmlformats.org/drawingml/2006/main">
              <a:ext uri="{FF2B5EF4-FFF2-40B4-BE49-F238E27FC236}">
                <a16:creationId xmlns:a16="http://schemas.microsoft.com/office/drawing/2014/main" id="{15AF68F7-7968-435A-9D43-698CF3FC0B11}"/>
              </a:ext>
            </a:extLst>
          </p:cNvPr>
          <p:cNvSpPr>
            <a:spLocks xmlns:a="http://schemas.openxmlformats.org/drawingml/2006/main" noGrp="1"/>
          </p:cNvSpPr>
          <p:nvPr/>
        </p:nvSpPr>
        <p:spPr>
          <a:xfrm xmlns:a="http://schemas.openxmlformats.org/drawingml/2006/main">
            <a:off x="400050" y="1238250"/>
            <a:ext cx="83248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eaLnBrk="0" latinLnBrk="0">
              <a:lnSpc>
                <a:spcPct val="125000"/>
              </a:lnSpc>
              <a:buNone/>
              <a:defRPr sz="2100" b="1" lang="ko-KR">
                <a:solidFill>
                  <a:srgbClr val="24292F"/>
                </a:solidFill>
                <a:latin typeface="맑은 고딕"/>
                <a:ea typeface="맑은 고딕"/>
                <a:cs typeface="맑은 고딕"/>
              </a:defRPr>
            </a:pPr>
            <a:r>
              <a:rPr sz="2100" b="1" lang="ko-KR">
                <a:solidFill>
                  <a:srgbClr val="24292F"/>
                </a:solidFill>
                <a:latin typeface="맑은 고딕"/>
                <a:ea typeface="맑은 고딕"/>
                <a:cs typeface="맑은 고딕"/>
              </a:rPr>
              <a:t>주간 리뷰와 다음 실행 조정</a:t>
            </a:r>
          </a:p>
        </p:txBody>
      </p:sp>
      <p:sp>
        <p:nvSpPr>
          <p:cNvPr id="88" name="직사각형 87">
            <a:extLst xmlns:a="http://schemas.openxmlformats.org/drawingml/2006/main">
              <a:ext uri="{FF2B5EF4-FFF2-40B4-BE49-F238E27FC236}">
                <a16:creationId xmlns:a16="http://schemas.microsoft.com/office/drawing/2014/main" id="{F428410A-4EAD-420E-B052-1A5DBD771E28}"/>
              </a:ext>
            </a:extLst>
          </p:cNvPr>
          <p:cNvSpPr>
            <a:spLocks xmlns:a="http://schemas.openxmlformats.org/drawingml/2006/main" noGrp="1"/>
          </p:cNvSpPr>
          <p:nvPr/>
        </p:nvSpPr>
        <p:spPr>
          <a:xfrm xmlns:a="http://schemas.openxmlformats.org/drawingml/2006/main">
            <a:off x="419100" y="6524625"/>
            <a:ext cx="69532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eaLnBrk="0" latinLnBrk="0">
              <a:buNone/>
              <a:defRPr sz="900" b="0" lang="ko-KR">
                <a:solidFill>
                  <a:srgbClr val="5B6570"/>
                </a:solidFill>
                <a:latin typeface="맑은 고딕"/>
                <a:ea typeface="맑은 고딕"/>
                <a:cs typeface="맑은 고딕"/>
              </a:defRPr>
            </a:pPr>
            <a:r>
              <a:rPr sz="900" b="0" lang="ko-KR">
                <a:solidFill>
                  <a:srgbClr val="5B6570"/>
                </a:solidFill>
                <a:latin typeface="맑은 고딕"/>
                <a:ea typeface="맑은 고딕"/>
                <a:cs typeface="맑은 고딕"/>
              </a:rPr>
              <a:t>핵심 6 / 한 주의 기록을 다음 계획에 활용</a:t>
            </a:r>
          </a:p>
        </p:txBody>
      </p:sp>
      <p:sp>
        <p:nvSpPr>
          <p:cNvPr id="89" name="직사각형 88">
            <a:extLst xmlns:a="http://schemas.openxmlformats.org/drawingml/2006/main">
              <a:ext uri="{FF2B5EF4-FFF2-40B4-BE49-F238E27FC236}">
                <a16:creationId xmlns:a16="http://schemas.microsoft.com/office/drawing/2014/main" id="{5A7F444D-BE81-476D-97B7-F97EFB5EB95B}"/>
              </a:ext>
            </a:extLst>
          </p:cNvPr>
          <p:cNvSpPr>
            <a:spLocks xmlns:a="http://schemas.openxmlformats.org/drawingml/2006/main" noGrp="1"/>
          </p:cNvSpPr>
          <p:nvPr/>
        </p:nvSpPr>
        <p:spPr>
          <a:xfrm xmlns:a="http://schemas.openxmlformats.org/drawingml/2006/main">
            <a:off x="8334375" y="6524625"/>
            <a:ext cx="4000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eaLnBrk="0" latinLnBrk="0">
              <a:buNone/>
              <a:defRPr sz="900" b="0" lang="ko-KR">
                <a:solidFill>
                  <a:srgbClr val="5B6570"/>
                </a:solidFill>
                <a:latin typeface="맑은 고딕"/>
                <a:ea typeface="맑은 고딕"/>
                <a:cs typeface="맑은 고딕"/>
              </a:defRPr>
            </a:pPr>
            <a:r>
              <a:rPr sz="900" b="0" lang="ko-KR">
                <a:solidFill>
                  <a:srgbClr val="5B6570"/>
                </a:solidFill>
                <a:latin typeface="맑은 고딕"/>
                <a:ea typeface="맑은 고딕"/>
                <a:cs typeface="맑은 고딕"/>
              </a:rPr>
              <a:t>10</a:t>
            </a:r>
          </a:p>
        </p:txBody>
      </p:sp>
      <p:pic>
        <p:nvPicPr>
          <p:cNvPr id="134" name="그림 110"/>
          <p:cNvPicPr>
            <a:picLocks xmlns:a="http://schemas.openxmlformats.org/drawingml/2006/main" noChangeAspect="1"/>
          </p:cNvPicPr>
          <p:nvPr/>
        </p:nvPicPr>
        <p:blipFill>
          <a:blip xmlns:r="http://schemas.openxmlformats.org/officeDocument/2006/relationships" xmlns:a="http://schemas.openxmlformats.org/drawingml/2006/main" r:embed="R224ad360b68648a8"/>
          <a:stretch xmlns:a="http://schemas.openxmlformats.org/drawingml/2006/main"/>
        </p:blipFill>
        <p:spPr>
          <a:xfrm xmlns:a="http://schemas.openxmlformats.org/drawingml/2006/main">
            <a:off x="445734" y="1819275"/>
            <a:ext cx="2042232" cy="4419600"/>
          </a:xfrm>
          <a:prstGeom xmlns:a="http://schemas.openxmlformats.org/drawingml/2006/main" prst="rect">
            <a:avLst/>
          </a:prstGeom>
        </p:spPr>
      </p:pic>
      <p:pic>
        <p:nvPicPr>
          <p:cNvPr id="135" name="그림 111"/>
          <p:cNvPicPr>
            <a:picLocks xmlns:a="http://schemas.openxmlformats.org/drawingml/2006/main" noChangeAspect="1"/>
          </p:cNvPicPr>
          <p:nvPr/>
        </p:nvPicPr>
        <p:blipFill>
          <a:blip xmlns:r="http://schemas.openxmlformats.org/officeDocument/2006/relationships" xmlns:a="http://schemas.openxmlformats.org/drawingml/2006/main" r:embed="Red71388474fe4e5c"/>
          <a:stretch xmlns:a="http://schemas.openxmlformats.org/drawingml/2006/main"/>
        </p:blipFill>
        <p:spPr>
          <a:xfrm xmlns:a="http://schemas.openxmlformats.org/drawingml/2006/main">
            <a:off x="2674584" y="1819275"/>
            <a:ext cx="2042232" cy="4419600"/>
          </a:xfrm>
          <a:prstGeom xmlns:a="http://schemas.openxmlformats.org/drawingml/2006/main" prst="rect">
            <a:avLst/>
          </a:prstGeom>
        </p:spPr>
      </p:pic>
      <p:sp>
        <p:nvSpPr>
          <p:cNvPr id="114" name="">
            <a:extLst xmlns:a="http://schemas.openxmlformats.org/drawingml/2006/main">
              <a:ext uri="{FF2B5EF4-FFF2-40B4-BE49-F238E27FC236}">
                <a16:creationId xmlns:a16="http://schemas.microsoft.com/office/drawing/2014/main" id="{EEA85D9F-ABF1-4C25-BB7B-03485B9BF92F}"/>
              </a:ext>
            </a:extLst>
          </p:cNvPr>
          <p:cNvSpPr>
            <a:spLocks xmlns:a="http://schemas.openxmlformats.org/drawingml/2006/main" noGrp="1"/>
          </p:cNvSpPr>
          <p:nvPr/>
        </p:nvSpPr>
        <p:spPr>
          <a:xfrm xmlns:a="http://schemas.openxmlformats.org/drawingml/2006/main">
            <a:off x="4991100" y="1847850"/>
            <a:ext cx="3714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eaLnBrk="0" latinLnBrk="0">
              <a:lnSpc>
                <a:spcPct val="123000"/>
              </a:lnSpc>
              <a:buNone/>
              <a:defRPr sz="1613" b="1" lang="ko-KR">
                <a:solidFill>
                  <a:srgbClr val="3B5AA8"/>
                </a:solidFill>
                <a:latin typeface="맑은 고딕"/>
                <a:ea typeface="맑은 고딕"/>
                <a:cs typeface="맑은 고딕"/>
              </a:defRPr>
            </a:pPr>
            <a:r>
              <a:rPr sz="1613" b="1" lang="ko-KR">
                <a:solidFill>
                  <a:srgbClr val="3B5AA8"/>
                </a:solidFill>
                <a:latin typeface="맑은 고딕"/>
                <a:ea typeface="맑은 고딕"/>
                <a:cs typeface="맑은 고딕"/>
              </a:rPr>
              <a:t>문제</a:t>
            </a:r>
          </a:p>
        </p:txBody>
      </p:sp>
      <p:sp>
        <p:nvSpPr>
          <p:cNvPr id="115" name="">
            <a:extLst xmlns:a="http://schemas.openxmlformats.org/drawingml/2006/main">
              <a:ext uri="{FF2B5EF4-FFF2-40B4-BE49-F238E27FC236}">
                <a16:creationId xmlns:a16="http://schemas.microsoft.com/office/drawing/2014/main" id="{AE090DF3-FCCD-4CE5-B63D-717A0B9A1DFC}"/>
              </a:ext>
            </a:extLst>
          </p:cNvPr>
          <p:cNvSpPr>
            <a:spLocks xmlns:a="http://schemas.openxmlformats.org/drawingml/2006/main" noGrp="1"/>
          </p:cNvSpPr>
          <p:nvPr/>
        </p:nvSpPr>
        <p:spPr>
          <a:xfrm xmlns:a="http://schemas.openxmlformats.org/drawingml/2006/main">
            <a:off x="4991100" y="2162175"/>
            <a:ext cx="3714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eaLnBrk="0" latinLnBrk="0">
              <a:lnSpc>
                <a:spcPct val="123000"/>
              </a:lnSpc>
              <a:buNone/>
              <a:defRPr sz="1538" b="0" lang="ko-KR">
                <a:solidFill>
                  <a:srgbClr val="24292F"/>
                </a:solidFill>
                <a:latin typeface="맑은 고딕"/>
                <a:ea typeface="맑은 고딕"/>
                <a:cs typeface="맑은 고딕"/>
              </a:defRPr>
            </a:pPr>
            <a:r>
              <a:rPr sz="1538" b="0" lang="ko-KR">
                <a:solidFill>
                  <a:srgbClr val="24292F"/>
                </a:solidFill>
                <a:latin typeface="맑은 고딕"/>
                <a:ea typeface="맑은 고딕"/>
                <a:cs typeface="맑은 고딕"/>
              </a:rPr>
              <a:t>완료 수만 보면 어떤 계획이 무리였고</a:t>
            </a:r>
          </a:p>
          <a:p xmlns:a="http://schemas.openxmlformats.org/drawingml/2006/main">
            <a:pPr algn="l" eaLnBrk="0" latinLnBrk="0">
              <a:lnSpc>
                <a:spcPct val="123000"/>
              </a:lnSpc>
              <a:buNone/>
              <a:defRPr sz="1538" b="0" lang="ko-KR">
                <a:solidFill>
                  <a:srgbClr val="24292F"/>
                </a:solidFill>
                <a:latin typeface="맑은 고딕"/>
                <a:ea typeface="맑은 고딕"/>
                <a:cs typeface="맑은 고딕"/>
              </a:defRPr>
            </a:pPr>
            <a:r>
              <a:rPr sz="1538" b="0" lang="ko-KR">
                <a:solidFill>
                  <a:srgbClr val="24292F"/>
                </a:solidFill>
                <a:latin typeface="맑은 고딕"/>
                <a:ea typeface="맑은 고딕"/>
                <a:cs typeface="맑은 고딕"/>
              </a:rPr>
              <a:t>다시 시작했는지 알기 어렵다.</a:t>
            </a:r>
          </a:p>
        </p:txBody>
      </p:sp>
      <p:sp>
        <p:nvSpPr>
          <p:cNvPr id="116" name="">
            <a:extLst xmlns:a="http://schemas.openxmlformats.org/drawingml/2006/main">
              <a:ext uri="{FF2B5EF4-FFF2-40B4-BE49-F238E27FC236}">
                <a16:creationId xmlns:a16="http://schemas.microsoft.com/office/drawing/2014/main" id="{1234000A-60DA-48DF-93E6-E3F3B180FE2D}"/>
              </a:ext>
            </a:extLst>
          </p:cNvPr>
          <p:cNvSpPr>
            <a:spLocks xmlns:a="http://schemas.openxmlformats.org/drawingml/2006/main" noGrp="1"/>
          </p:cNvSpPr>
          <p:nvPr/>
        </p:nvSpPr>
        <p:spPr>
          <a:xfrm xmlns:a="http://schemas.openxmlformats.org/drawingml/2006/main">
            <a:off x="4991100" y="2943225"/>
            <a:ext cx="3714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eaLnBrk="0" latinLnBrk="0">
              <a:lnSpc>
                <a:spcPct val="123000"/>
              </a:lnSpc>
              <a:buNone/>
              <a:defRPr sz="1613" b="1" lang="ko-KR">
                <a:solidFill>
                  <a:srgbClr val="3B5AA8"/>
                </a:solidFill>
                <a:latin typeface="맑은 고딕"/>
                <a:ea typeface="맑은 고딕"/>
                <a:cs typeface="맑은 고딕"/>
              </a:defRPr>
            </a:pPr>
            <a:r>
              <a:rPr sz="1613" b="1" lang="ko-KR">
                <a:solidFill>
                  <a:srgbClr val="3B5AA8"/>
                </a:solidFill>
                <a:latin typeface="맑은 고딕"/>
                <a:ea typeface="맑은 고딕"/>
                <a:cs typeface="맑은 고딕"/>
              </a:rPr>
              <a:t>기능과 사용</a:t>
            </a:r>
          </a:p>
        </p:txBody>
      </p:sp>
      <p:sp>
        <p:nvSpPr>
          <p:cNvPr id="117" name="">
            <a:extLst xmlns:a="http://schemas.openxmlformats.org/drawingml/2006/main">
              <a:ext uri="{FF2B5EF4-FFF2-40B4-BE49-F238E27FC236}">
                <a16:creationId xmlns:a16="http://schemas.microsoft.com/office/drawing/2014/main" id="{3FD54534-2896-4F63-9C6A-E0095CFA3BFF}"/>
              </a:ext>
            </a:extLst>
          </p:cNvPr>
          <p:cNvSpPr>
            <a:spLocks xmlns:a="http://schemas.openxmlformats.org/drawingml/2006/main" noGrp="1"/>
          </p:cNvSpPr>
          <p:nvPr/>
        </p:nvSpPr>
        <p:spPr>
          <a:xfrm xmlns:a="http://schemas.openxmlformats.org/drawingml/2006/main">
            <a:off x="4991100" y="3257550"/>
            <a:ext cx="3714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eaLnBrk="0" latinLnBrk="0">
              <a:lnSpc>
                <a:spcPct val="123000"/>
              </a:lnSpc>
              <a:buNone/>
              <a:defRPr sz="1538" b="0" lang="ko-KR">
                <a:solidFill>
                  <a:srgbClr val="24292F"/>
                </a:solidFill>
                <a:latin typeface="맑은 고딕"/>
                <a:ea typeface="맑은 고딕"/>
                <a:cs typeface="맑은 고딕"/>
              </a:defRPr>
            </a:pPr>
            <a:r>
              <a:rPr sz="1538" b="0" lang="ko-KR">
                <a:solidFill>
                  <a:srgbClr val="24292F"/>
                </a:solidFill>
                <a:latin typeface="맑은 고딕"/>
                <a:ea typeface="맑은 고딕"/>
                <a:cs typeface="맑은 고딕"/>
              </a:rPr>
              <a:t>실행과 회복 기록, 습관 제안을 보고</a:t>
            </a:r>
          </a:p>
          <a:p xmlns:a="http://schemas.openxmlformats.org/drawingml/2006/main">
            <a:pPr algn="l" eaLnBrk="0" latinLnBrk="0">
              <a:lnSpc>
                <a:spcPct val="123000"/>
              </a:lnSpc>
              <a:buNone/>
              <a:defRPr sz="1538" b="0" lang="ko-KR">
                <a:solidFill>
                  <a:srgbClr val="24292F"/>
                </a:solidFill>
                <a:latin typeface="맑은 고딕"/>
                <a:ea typeface="맑은 고딕"/>
                <a:cs typeface="맑은 고딕"/>
              </a:defRPr>
            </a:pPr>
            <a:r>
              <a:rPr sz="1538" b="0" lang="ko-KR">
                <a:solidFill>
                  <a:srgbClr val="24292F"/>
                </a:solidFill>
                <a:latin typeface="맑은 고딕"/>
                <a:ea typeface="맑은 고딕"/>
                <a:cs typeface="맑은 고딕"/>
              </a:rPr>
              <a:t>일정을 고치거나 다음 주기 초안을 연다.</a:t>
            </a:r>
          </a:p>
        </p:txBody>
      </p:sp>
      <p:sp>
        <p:nvSpPr>
          <p:cNvPr id="118" name="">
            <a:extLst xmlns:a="http://schemas.openxmlformats.org/drawingml/2006/main">
              <a:ext uri="{FF2B5EF4-FFF2-40B4-BE49-F238E27FC236}">
                <a16:creationId xmlns:a16="http://schemas.microsoft.com/office/drawing/2014/main" id="{939AD259-FC61-4F31-835E-998D7B70EB54}"/>
              </a:ext>
            </a:extLst>
          </p:cNvPr>
          <p:cNvSpPr>
            <a:spLocks xmlns:a="http://schemas.openxmlformats.org/drawingml/2006/main" noGrp="1"/>
          </p:cNvSpPr>
          <p:nvPr/>
        </p:nvSpPr>
        <p:spPr>
          <a:xfrm xmlns:a="http://schemas.openxmlformats.org/drawingml/2006/main">
            <a:off x="4991100" y="4038600"/>
            <a:ext cx="3714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eaLnBrk="0" latinLnBrk="0">
              <a:lnSpc>
                <a:spcPct val="123000"/>
              </a:lnSpc>
              <a:buNone/>
              <a:defRPr sz="1613" b="1" lang="ko-KR">
                <a:solidFill>
                  <a:srgbClr val="3B5AA8"/>
                </a:solidFill>
                <a:latin typeface="맑은 고딕"/>
                <a:ea typeface="맑은 고딕"/>
                <a:cs typeface="맑은 고딕"/>
              </a:defRPr>
            </a:pPr>
            <a:r>
              <a:rPr sz="1613" b="1" lang="ko-KR">
                <a:solidFill>
                  <a:srgbClr val="3B5AA8"/>
                </a:solidFill>
                <a:latin typeface="맑은 고딕"/>
                <a:ea typeface="맑은 고딕"/>
                <a:cs typeface="맑은 고딕"/>
              </a:rPr>
              <a:t>구현 방식</a:t>
            </a:r>
          </a:p>
        </p:txBody>
      </p:sp>
      <p:sp>
        <p:nvSpPr>
          <p:cNvPr id="119" name="">
            <a:extLst xmlns:a="http://schemas.openxmlformats.org/drawingml/2006/main">
              <a:ext uri="{FF2B5EF4-FFF2-40B4-BE49-F238E27FC236}">
                <a16:creationId xmlns:a16="http://schemas.microsoft.com/office/drawing/2014/main" id="{8EF39ECB-3153-47EB-80A7-623AD9A0CE8F}"/>
              </a:ext>
            </a:extLst>
          </p:cNvPr>
          <p:cNvSpPr>
            <a:spLocks xmlns:a="http://schemas.openxmlformats.org/drawingml/2006/main" noGrp="1"/>
          </p:cNvSpPr>
          <p:nvPr/>
        </p:nvSpPr>
        <p:spPr>
          <a:xfrm xmlns:a="http://schemas.openxmlformats.org/drawingml/2006/main">
            <a:off x="4991100" y="4352925"/>
            <a:ext cx="371475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eaLnBrk="0" latinLnBrk="0">
              <a:lnSpc>
                <a:spcPct val="123000"/>
              </a:lnSpc>
              <a:buNone/>
              <a:defRPr sz="1538" b="0" lang="ko-KR">
                <a:solidFill>
                  <a:srgbClr val="24292F"/>
                </a:solidFill>
                <a:latin typeface="맑은 고딕"/>
                <a:ea typeface="맑은 고딕"/>
                <a:cs typeface="맑은 고딕"/>
              </a:defRPr>
            </a:pPr>
            <a:r>
              <a:rPr sz="1538" b="0" lang="ko-KR">
                <a:solidFill>
                  <a:srgbClr val="24292F"/>
                </a:solidFill>
                <a:latin typeface="맑은 고딕"/>
                <a:ea typeface="맑은 고딕"/>
                <a:cs typeface="맑은 고딕"/>
              </a:rPr>
              <a:t>실행 통계와 최근 3주 습관을 비교한다.</a:t>
            </a:r>
          </a:p>
          <a:p xmlns:a="http://schemas.openxmlformats.org/drawingml/2006/main">
            <a:pPr algn="l" eaLnBrk="0" latinLnBrk="0">
              <a:lnSpc>
                <a:spcPct val="123000"/>
              </a:lnSpc>
              <a:buNone/>
              <a:defRPr sz="1538" b="0" lang="ko-KR">
                <a:solidFill>
                  <a:srgbClr val="24292F"/>
                </a:solidFill>
                <a:latin typeface="맑은 고딕"/>
                <a:ea typeface="맑은 고딕"/>
                <a:cs typeface="맑은 고딕"/>
              </a:defRPr>
            </a:pPr>
            <a:r>
              <a:rPr sz="1538" b="0" lang="ko-KR">
                <a:solidFill>
                  <a:srgbClr val="24292F"/>
                </a:solidFill>
                <a:latin typeface="맑은 고딕"/>
                <a:ea typeface="맑은 고딕"/>
                <a:cs typeface="맑은 고딕"/>
              </a:rPr>
              <a:t>달력 수정은 15분 단위로 처리한다.</a:t>
            </a:r>
          </a:p>
        </p:txBody>
      </p:sp>
      <p:sp>
        <p:nvSpPr>
          <p:cNvPr id="120" name="">
            <a:extLst xmlns:a="http://schemas.openxmlformats.org/drawingml/2006/main">
              <a:ext uri="{FF2B5EF4-FFF2-40B4-BE49-F238E27FC236}">
                <a16:creationId xmlns:a16="http://schemas.microsoft.com/office/drawing/2014/main" id="{14AE279B-D101-43E6-8056-E6720CF5E7B0}"/>
              </a:ext>
            </a:extLst>
          </p:cNvPr>
          <p:cNvSpPr>
            <a:spLocks xmlns:a="http://schemas.openxmlformats.org/drawingml/2006/main" noGrp="1"/>
          </p:cNvSpPr>
          <p:nvPr/>
        </p:nvSpPr>
        <p:spPr>
          <a:xfrm xmlns:a="http://schemas.openxmlformats.org/drawingml/2006/main">
            <a:off x="4991100" y="5238750"/>
            <a:ext cx="3714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eaLnBrk="0" latinLnBrk="0">
              <a:lnSpc>
                <a:spcPct val="123000"/>
              </a:lnSpc>
              <a:buNone/>
              <a:defRPr sz="1613" b="1" lang="ko-KR">
                <a:solidFill>
                  <a:srgbClr val="9E472F"/>
                </a:solidFill>
                <a:latin typeface="맑은 고딕"/>
                <a:ea typeface="맑은 고딕"/>
                <a:cs typeface="맑은 고딕"/>
              </a:defRPr>
            </a:pPr>
            <a:r>
              <a:rPr sz="1613" b="1" lang="ko-KR">
                <a:solidFill>
                  <a:srgbClr val="9E472F"/>
                </a:solidFill>
                <a:latin typeface="맑은 고딕"/>
                <a:ea typeface="맑은 고딕"/>
                <a:cs typeface="맑은 고딕"/>
              </a:rPr>
              <a:t>사용자 변화</a:t>
            </a:r>
          </a:p>
        </p:txBody>
      </p:sp>
      <p:sp>
        <p:nvSpPr>
          <p:cNvPr id="121" name="">
            <a:extLst xmlns:a="http://schemas.openxmlformats.org/drawingml/2006/main">
              <a:ext uri="{FF2B5EF4-FFF2-40B4-BE49-F238E27FC236}">
                <a16:creationId xmlns:a16="http://schemas.microsoft.com/office/drawing/2014/main" id="{48442AB9-0197-4A0A-BCFF-B41A1BEED313}"/>
              </a:ext>
            </a:extLst>
          </p:cNvPr>
          <p:cNvSpPr>
            <a:spLocks xmlns:a="http://schemas.openxmlformats.org/drawingml/2006/main" noGrp="1"/>
          </p:cNvSpPr>
          <p:nvPr/>
        </p:nvSpPr>
        <p:spPr>
          <a:xfrm xmlns:a="http://schemas.openxmlformats.org/drawingml/2006/main">
            <a:off x="4991100" y="5553075"/>
            <a:ext cx="3714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eaLnBrk="0" latinLnBrk="0">
              <a:lnSpc>
                <a:spcPct val="123000"/>
              </a:lnSpc>
              <a:buNone/>
              <a:defRPr sz="1538" b="0" lang="ko-KR">
                <a:solidFill>
                  <a:srgbClr val="24292F"/>
                </a:solidFill>
                <a:latin typeface="맑은 고딕"/>
                <a:ea typeface="맑은 고딕"/>
                <a:cs typeface="맑은 고딕"/>
              </a:defRPr>
            </a:pPr>
            <a:r>
              <a:rPr sz="1538" b="0" lang="ko-KR">
                <a:solidFill>
                  <a:srgbClr val="24292F"/>
                </a:solidFill>
                <a:latin typeface="맑은 고딕"/>
                <a:ea typeface="맑은 고딕"/>
                <a:cs typeface="맑은 고딕"/>
              </a:rPr>
              <a:t>잘 지킨 계획과 조정할 계획을 나눈다.</a:t>
            </a:r>
          </a:p>
          <a:p xmlns:a="http://schemas.openxmlformats.org/drawingml/2006/main">
            <a:pPr algn="l" eaLnBrk="0" latinLnBrk="0">
              <a:lnSpc>
                <a:spcPct val="123000"/>
              </a:lnSpc>
              <a:buNone/>
              <a:defRPr sz="1538" b="0" lang="ko-KR">
                <a:solidFill>
                  <a:srgbClr val="24292F"/>
                </a:solidFill>
                <a:latin typeface="맑은 고딕"/>
                <a:ea typeface="맑은 고딕"/>
                <a:cs typeface="맑은 고딕"/>
              </a:defRPr>
            </a:pPr>
            <a:r>
              <a:rPr sz="1538" b="0" lang="ko-KR">
                <a:solidFill>
                  <a:srgbClr val="24292F"/>
                </a:solidFill>
                <a:latin typeface="맑은 고딕"/>
                <a:ea typeface="맑은 고딕"/>
                <a:cs typeface="맑은 고딕"/>
              </a:rPr>
              <a:t>기록을 보고 다음 실행 조건을 정한다.</a:t>
            </a:r>
          </a:p>
        </p:txBody>
      </p:sp>
      <p:sp>
        <p:nvSpPr>
          <p:cNvPr id="122" name="">
            <a:extLst xmlns:a="http://schemas.openxmlformats.org/drawingml/2006/main">
              <a:ext uri="{FF2B5EF4-FFF2-40B4-BE49-F238E27FC236}">
                <a16:creationId xmlns:a16="http://schemas.microsoft.com/office/drawing/2014/main" id="{6F69AF58-6F47-437C-8EAC-B39624779EFC}"/>
              </a:ext>
            </a:extLst>
          </p:cNvPr>
          <p:cNvSpPr>
            <a:spLocks xmlns:a="http://schemas.openxmlformats.org/drawingml/2006/main" noGrp="1"/>
          </p:cNvSpPr>
          <p:nvPr/>
        </p:nvSpPr>
        <p:spPr>
          <a:xfrm xmlns:a="http://schemas.openxmlformats.org/drawingml/2006/main">
            <a:off x="419100" y="6296025"/>
            <a:ext cx="2095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eaLnBrk="0" latinLnBrk="0">
              <a:lnSpc>
                <a:spcPct val="123000"/>
              </a:lnSpc>
              <a:buNone/>
              <a:defRPr sz="863" b="0" lang="ko-KR">
                <a:solidFill>
                  <a:srgbClr val="5B6570"/>
                </a:solidFill>
                <a:latin typeface="맑은 고딕"/>
                <a:ea typeface="맑은 고딕"/>
                <a:cs typeface="맑은 고딕"/>
              </a:defRPr>
            </a:pPr>
            <a:r>
              <a:rPr sz="863" b="0" lang="ko-KR">
                <a:solidFill>
                  <a:srgbClr val="5B6570"/>
                </a:solidFill>
                <a:latin typeface="맑은 고딕"/>
                <a:ea typeface="맑은 고딕"/>
                <a:cs typeface="맑은 고딕"/>
              </a:rPr>
              <a:t>일정과 분량 직접 고치기</a:t>
            </a:r>
          </a:p>
        </p:txBody>
      </p:sp>
      <p:sp>
        <p:nvSpPr>
          <p:cNvPr id="123" name="">
            <a:extLst xmlns:a="http://schemas.openxmlformats.org/drawingml/2006/main">
              <a:ext uri="{FF2B5EF4-FFF2-40B4-BE49-F238E27FC236}">
                <a16:creationId xmlns:a16="http://schemas.microsoft.com/office/drawing/2014/main" id="{4D359239-84C1-4C7E-8B18-D33D266D456D}"/>
              </a:ext>
            </a:extLst>
          </p:cNvPr>
          <p:cNvSpPr>
            <a:spLocks xmlns:a="http://schemas.openxmlformats.org/drawingml/2006/main" noGrp="1"/>
          </p:cNvSpPr>
          <p:nvPr/>
        </p:nvSpPr>
        <p:spPr>
          <a:xfrm xmlns:a="http://schemas.openxmlformats.org/drawingml/2006/main">
            <a:off x="2647950" y="6296025"/>
            <a:ext cx="2095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eaLnBrk="0" latinLnBrk="0">
              <a:lnSpc>
                <a:spcPct val="123000"/>
              </a:lnSpc>
              <a:buNone/>
              <a:defRPr sz="863" b="0" lang="ko-KR">
                <a:solidFill>
                  <a:srgbClr val="5B6570"/>
                </a:solidFill>
                <a:latin typeface="맑은 고딕"/>
                <a:ea typeface="맑은 고딕"/>
                <a:cs typeface="맑은 고딕"/>
              </a:defRPr>
            </a:pPr>
            <a:r>
              <a:rPr sz="863" b="0" lang="ko-KR">
                <a:solidFill>
                  <a:srgbClr val="5B6570"/>
                </a:solidFill>
                <a:latin typeface="맑은 고딕"/>
                <a:ea typeface="맑은 고딕"/>
                <a:cs typeface="맑은 고딕"/>
              </a:rPr>
              <a:t>실행과 회복 기록 돌아보기</a:t>
            </a:r>
          </a:p>
        </p:txBody>
      </p:sp>
      <p:sp>
        <p:nvSpPr>
          <p:cNvPr id="124" name="">
            <a:extLst xmlns:a="http://schemas.openxmlformats.org/drawingml/2006/main">
              <a:ext uri="{FF2B5EF4-FFF2-40B4-BE49-F238E27FC236}">
                <a16:creationId xmlns:a16="http://schemas.microsoft.com/office/drawing/2014/main" id="{60284E4D-2278-497A-9D79-37C005313B8E}"/>
              </a:ext>
            </a:extLst>
          </p:cNvPr>
          <p:cNvSpPr>
            <a:spLocks xmlns:a="http://schemas.openxmlformats.org/drawingml/2006/main" noGrp="1"/>
          </p:cNvSpPr>
          <p:nvPr/>
        </p:nvSpPr>
        <p:spPr>
          <a:xfrm xmlns:a="http://schemas.openxmlformats.org/drawingml/2006/main">
            <a:off x="4991100" y="6296025"/>
            <a:ext cx="3714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eaLnBrk="0" latinLnBrk="0">
              <a:lnSpc>
                <a:spcPct val="123000"/>
              </a:lnSpc>
              <a:buNone/>
              <a:defRPr sz="863" b="0" lang="ko-KR">
                <a:solidFill>
                  <a:srgbClr val="5B6570"/>
                </a:solidFill>
                <a:latin typeface="맑은 고딕"/>
                <a:ea typeface="맑은 고딕"/>
                <a:cs typeface="맑은 고딕"/>
              </a:defRPr>
            </a:pPr>
            <a:r>
              <a:rPr sz="863" b="0" lang="ko-KR">
                <a:solidFill>
                  <a:srgbClr val="5B6570"/>
                </a:solidFill>
                <a:latin typeface="맑은 고딕"/>
                <a:ea typeface="맑은 고딕"/>
                <a:cs typeface="맑은 고딕"/>
              </a:rPr>
              <a:t>실제 UI, 시연용 예시 데이터.</a:t>
            </a:r>
          </a:p>
        </p:txBody>
      </p:sp>
    </p:spTree>
    <p:extLst>
      <p:ext uri="{BB962C8B-B14F-4D97-AF65-F5344CB8AC3E}">
        <p14:creationId xmlns:p14="http://schemas.microsoft.com/office/powerpoint/2010/main" val="3195766679"/>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4" name="직사각형 23">
            <a:extLst xmlns:a="http://schemas.openxmlformats.org/drawingml/2006/main">
              <a:ext uri="{FF2B5EF4-FFF2-40B4-BE49-F238E27FC236}">
                <a16:creationId xmlns:a16="http://schemas.microsoft.com/office/drawing/2014/main" id="{87FE247D-BCD8-49C9-AB08-42C204606102}"/>
              </a:ext>
            </a:extLst>
          </p:cNvPr>
          <p:cNvSpPr>
            <a:spLocks xmlns:a="http://schemas.openxmlformats.org/drawingml/2006/main" noGrp="1"/>
          </p:cNvSpPr>
          <p:nvPr/>
        </p:nvSpPr>
        <p:spPr>
          <a:xfrm xmlns:a="http://schemas.openxmlformats.org/drawingml/2006/main">
            <a:off x="107504" y="0"/>
            <a:ext cx="3096344" cy="1124744"/>
          </a:xfrm>
          <a:prstGeom xmlns:a="http://schemas.openxmlformats.org/drawingml/2006/main" prst="rect">
            <a:avLst/>
          </a:prstGeom>
          <a:solidFill xmlns:a="http://schemas.openxmlformats.org/drawingml/2006/main">
            <a:srgbClr val="3B5AA8"/>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eaLnBrk="0" latinLnBrk="0">
              <a:buNone/>
            </a:pPr>
            <a:endParaRPr lang="ko-KR"/>
          </a:p>
        </p:txBody>
      </p:sp>
      <p:sp>
        <p:nvSpPr>
          <p:cNvPr id="25" name="직선 연결선 24">
            <a:extLst xmlns:a="http://schemas.openxmlformats.org/drawingml/2006/main">
              <a:ext uri="{FF2B5EF4-FFF2-40B4-BE49-F238E27FC236}">
                <a16:creationId xmlns:a16="http://schemas.microsoft.com/office/drawing/2014/main" id="{56E72A93-616C-44BF-B205-95E477EF8F6D}"/>
              </a:ext>
            </a:extLst>
          </p:cNvPr>
          <p:cNvSpPr>
            <a:spLocks xmlns:a="http://schemas.openxmlformats.org/drawingml/2006/main" noGrp="1"/>
          </p:cNvSpPr>
          <p:nvPr/>
        </p:nvSpPr>
        <p:spPr>
          <a:xfrm xmlns:a="http://schemas.openxmlformats.org/drawingml/2006/main">
            <a:off x="424356" y="541195"/>
            <a:ext cx="2591728" cy="0"/>
          </a:xfrm>
          <a:prstGeom xmlns:a="http://schemas.openxmlformats.org/drawingml/2006/main" prst="line">
            <a:avLst/>
          </a:prstGeom>
          <a:ln xmlns:a="http://schemas.openxmlformats.org/drawingml/2006/main" w="28575">
            <a:solidFill>
              <a:schemeClr val="bg1">
                <a:lumMod val="95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txBody>
          <a:bodyPr xmlns:a="http://schemas.openxmlformats.org/drawingml/2006/main"/>
          <a:lstStyle xmlns:a="http://schemas.openxmlformats.org/drawingml/2006/main"/>
          <a:p xmlns:a="http://schemas.openxmlformats.org/drawingml/2006/main">
            <a:pPr eaLnBrk="0" latinLnBrk="0">
              <a:buNone/>
            </a:pPr>
            <a:endParaRPr lang="ko-KR"/>
          </a:p>
        </p:txBody>
      </p:sp>
      <p:sp>
        <p:nvSpPr>
          <p:cNvPr id="26" name="직선 연결선 25">
            <a:extLst xmlns:a="http://schemas.openxmlformats.org/drawingml/2006/main">
              <a:ext uri="{FF2B5EF4-FFF2-40B4-BE49-F238E27FC236}">
                <a16:creationId xmlns:a16="http://schemas.microsoft.com/office/drawing/2014/main" id="{072C1394-538A-4BCF-9224-0784E0A048B3}"/>
              </a:ext>
            </a:extLst>
          </p:cNvPr>
          <p:cNvSpPr>
            <a:spLocks xmlns:a="http://schemas.openxmlformats.org/drawingml/2006/main" noGrp="1"/>
          </p:cNvSpPr>
          <p:nvPr/>
        </p:nvSpPr>
        <p:spPr>
          <a:xfrm xmlns:a="http://schemas.openxmlformats.org/drawingml/2006/main">
            <a:off x="3275856" y="548680"/>
            <a:ext cx="5328592" cy="0"/>
          </a:xfrm>
          <a:prstGeom xmlns:a="http://schemas.openxmlformats.org/drawingml/2006/main" prst="line">
            <a:avLst/>
          </a:prstGeom>
          <a:ln xmlns:a="http://schemas.openxmlformats.org/drawingml/2006/main" w="28575">
            <a:solidFill>
              <a:srgbClr val="3B5AA8"/>
            </a:solidFill>
          </a:ln>
        </p:spPr>
        <p:style>
          <a:lnRef xmlns:a="http://schemas.openxmlformats.org/drawingml/2006/main" idx="1">
            <a:schemeClr val="accent4"/>
          </a:lnRef>
          <a:fillRef xmlns:a="http://schemas.openxmlformats.org/drawingml/2006/main" idx="0">
            <a:schemeClr val="accent4"/>
          </a:fillRef>
          <a:effectRef xmlns:a="http://schemas.openxmlformats.org/drawingml/2006/main" idx="0">
            <a:schemeClr val="accent4"/>
          </a:effectRef>
          <a:fontRef xmlns:a="http://schemas.openxmlformats.org/drawingml/2006/main" idx="minor">
            <a:schemeClr val="tx1"/>
          </a:fontRef>
        </p:style>
        <p:txBody>
          <a:bodyPr xmlns:a="http://schemas.openxmlformats.org/drawingml/2006/main"/>
          <a:lstStyle xmlns:a="http://schemas.openxmlformats.org/drawingml/2006/main"/>
          <a:p xmlns:a="http://schemas.openxmlformats.org/drawingml/2006/main">
            <a:pPr eaLnBrk="0" latinLnBrk="0">
              <a:buNone/>
            </a:pPr>
            <a:endParaRPr lang="ko-KR"/>
          </a:p>
        </p:txBody>
      </p:sp>
      <p:sp>
        <p:nvSpPr>
          <p:cNvPr id="27" name="제목 12">
            <a:extLst xmlns:a="http://schemas.openxmlformats.org/drawingml/2006/main">
              <a:ext uri="{FF2B5EF4-FFF2-40B4-BE49-F238E27FC236}">
                <a16:creationId xmlns:a16="http://schemas.microsoft.com/office/drawing/2014/main" id="{99D20B54-FBA0-40C2-B7F4-249D25DD9104}"/>
              </a:ext>
            </a:extLst>
          </p:cNvPr>
          <p:cNvSpPr>
            <a:spLocks xmlns:a="http://schemas.openxmlformats.org/drawingml/2006/main" noGrp="1"/>
          </p:cNvSpPr>
          <p:nvPr/>
        </p:nvSpPr>
        <p:spPr>
          <a:xfrm xmlns:a="http://schemas.openxmlformats.org/drawingml/2006/main">
            <a:off x="323528" y="692696"/>
            <a:ext cx="2880320" cy="296631"/>
          </a:xfrm>
          <a:prstGeom xmlns:a="http://schemas.openxmlformats.org/drawingml/2006/main" prst="rect">
            <a:avLst/>
          </a:prstGeom>
        </p:spPr>
        <p:txBody>
          <a:bodyPr xmlns:a="http://schemas.openxmlformats.org/drawingml/2006/main" vert="horz" lIns="91440" tIns="45720" rIns="91440" bIns="45720" anchor="t">
            <a:noAutofit/>
          </a:bodyPr>
          <a:lstStyle xmlns:a="http://schemas.openxmlformats.org/drawingml/2006/main"/>
          <a:p xmlns:a="http://schemas.openxmlformats.org/drawingml/2006/main">
            <a:pPr marL="0" marR="0" lvl="0" indent="0" algn="l" defTabSz="914400" eaLnBrk="0" latinLnBrk="0">
              <a:lnSpc>
                <a:spcPct val="100000"/>
              </a:lnSpc>
              <a:spcBef>
                <a:spcPct val="0"/>
              </a:spcBef>
              <a:spcAft>
                <a:spcPts val="0"/>
              </a:spcAft>
              <a:buClrTx/>
              <a:buSzTx/>
              <a:buFontTx/>
              <a:buNone/>
              <a:defRPr sz="1700" b="1" lang="ko-KR">
                <a:solidFill>
                  <a:srgbClr val="FFFFFF"/>
                </a:solidFill>
                <a:latin typeface="맑은 고딕"/>
                <a:ea typeface="맑은 고딕"/>
                <a:cs typeface="맑은 고딕"/>
              </a:defRPr>
            </a:pPr>
            <a:r>
              <a:rPr sz="1700" b="1" i="0" u="none" cap="none" spc="0" lang="ko-KR">
                <a:ln>
                  <a:noFill/>
                </a:ln>
                <a:solidFill>
                  <a:srgbClr val="FFFFFF"/>
                </a:solidFill>
                <a:latin typeface="맑은 고딕"/>
                <a:ea typeface="맑은 고딕"/>
                <a:cs typeface="맑은 고딕"/>
              </a:rPr>
              <a:t>유즈케이스 정의서</a:t>
            </a:r>
            <a:endParaRPr sz="1700" b="0" i="0" u="none" kern="1200" cap="none" spc="-50" baseline="0" lang="ko-KR">
              <a:ln>
                <a:noFill/>
              </a:ln>
              <a:solidFill>
                <a:schemeClr val="bg1"/>
              </a:solidFill>
              <a:latin typeface="+mn-ea"/>
              <a:ea typeface="+mn-ea"/>
              <a:cs typeface="+mn-ea"/>
            </a:endParaRPr>
          </a:p>
        </p:txBody>
      </p:sp>
      <p:pic>
        <p:nvPicPr>
          <p:cNvPr id="99" name="Picture 2"/>
          <p:cNvPicPr>
            <a:picLocks xmlns:a="http://schemas.openxmlformats.org/drawingml/2006/main" noChangeAspect="1"/>
          </p:cNvPicPr>
          <p:nvPr/>
        </p:nvPicPr>
        <p:blipFill>
          <a:blip xmlns:r="http://schemas.openxmlformats.org/officeDocument/2006/relationships" xmlns:a="http://schemas.openxmlformats.org/drawingml/2006/main" r:embed="R8e0127331c2c4c60"/>
          <a:srcRect xmlns:a="http://schemas.openxmlformats.org/drawingml/2006/main" l="0" t="0" r="0" b="0"/>
          <a:stretch xmlns:a="http://schemas.openxmlformats.org/drawingml/2006/main">
            <a:fillRect l="0" t="0" r="0" b="0"/>
          </a:stretch>
        </p:blipFill>
        <p:spPr>
          <a:xfrm xmlns:a="http://schemas.openxmlformats.org/drawingml/2006/main">
            <a:off x="8676456" y="476671"/>
            <a:ext cx="454960" cy="158965"/>
          </a:xfrm>
          <a:prstGeom xmlns:a="http://schemas.openxmlformats.org/drawingml/2006/main" prst="rect">
            <a:avLst/>
          </a:prstGeom>
          <a:ln xmlns:a="http://schemas.openxmlformats.org/drawingml/2006/main" w="9525">
            <a:noFill/>
            <a:miter/>
          </a:ln>
        </p:spPr>
      </p:pic>
      <p:sp>
        <p:nvSpPr>
          <p:cNvPr id="32" name="막힌 원호 31">
            <a:extLst xmlns:a="http://schemas.openxmlformats.org/drawingml/2006/main">
              <a:ext uri="{FF2B5EF4-FFF2-40B4-BE49-F238E27FC236}">
                <a16:creationId xmlns:a16="http://schemas.microsoft.com/office/drawing/2014/main" id="{9618B776-B49F-4D0C-880D-07488DEBF76A}"/>
              </a:ext>
            </a:extLst>
          </p:cNvPr>
          <p:cNvSpPr>
            <a:spLocks xmlns:a="http://schemas.openxmlformats.org/drawingml/2006/main" noGrp="1"/>
          </p:cNvSpPr>
          <p:nvPr/>
        </p:nvSpPr>
        <p:spPr>
          <a:xfrm xmlns:a="http://schemas.openxmlformats.org/drawingml/2006/main" flipV="1">
            <a:off x="-577697" y="-576001"/>
            <a:ext cx="1181047" cy="1167213"/>
          </a:xfrm>
          <a:prstGeom xmlns:a="http://schemas.openxmlformats.org/drawingml/2006/main" prst="blockArc">
            <a:avLst>
              <a:gd name="adj1" fmla="val 16158679"/>
              <a:gd name="adj2" fmla="val 0"/>
              <a:gd name="adj3" fmla="val 25000"/>
            </a:avLst>
          </a:prstGeom>
          <a:solidFill xmlns:a="http://schemas.openxmlformats.org/drawingml/2006/main">
            <a:schemeClr val="bg1"/>
          </a:solidFill>
          <a:ln xmlns:a="http://schemas.openxmlformats.org/drawingml/2006/main">
            <a:solidFill>
              <a:schemeClr val="bg1"/>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eaLnBrk="0" latinLnBrk="0">
              <a:buNone/>
            </a:pPr>
            <a:endParaRPr lang="ko-KR">
              <a:solidFill>
                <a:schemeClr val="tx1"/>
              </a:solidFill>
            </a:endParaRPr>
          </a:p>
        </p:txBody>
      </p:sp>
      <p:sp>
        <p:nvSpPr>
          <p:cNvPr id="87" name="직사각형 86">
            <a:extLst xmlns:a="http://schemas.openxmlformats.org/drawingml/2006/main">
              <a:ext uri="{FF2B5EF4-FFF2-40B4-BE49-F238E27FC236}">
                <a16:creationId xmlns:a16="http://schemas.microsoft.com/office/drawing/2014/main" id="{B34EB077-2A1E-4205-BB08-321D287CE250}"/>
              </a:ext>
            </a:extLst>
          </p:cNvPr>
          <p:cNvSpPr>
            <a:spLocks xmlns:a="http://schemas.openxmlformats.org/drawingml/2006/main" noGrp="1"/>
          </p:cNvSpPr>
          <p:nvPr/>
        </p:nvSpPr>
        <p:spPr>
          <a:xfrm xmlns:a="http://schemas.openxmlformats.org/drawingml/2006/main">
            <a:off x="400050" y="1238250"/>
            <a:ext cx="83248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eaLnBrk="0" latinLnBrk="0">
              <a:lnSpc>
                <a:spcPct val="125000"/>
              </a:lnSpc>
              <a:buNone/>
              <a:defRPr sz="2100" b="1" lang="ko-KR">
                <a:solidFill>
                  <a:srgbClr val="24292F"/>
                </a:solidFill>
                <a:latin typeface="맑은 고딕"/>
                <a:ea typeface="맑은 고딕"/>
                <a:cs typeface="맑은 고딕"/>
              </a:defRPr>
            </a:pPr>
            <a:r>
              <a:rPr sz="2100" b="1" lang="ko-KR">
                <a:solidFill>
                  <a:srgbClr val="24292F"/>
                </a:solidFill>
                <a:latin typeface="맑은 고딕"/>
                <a:ea typeface="맑은 고딕"/>
                <a:cs typeface="맑은 고딕"/>
              </a:rPr>
              <a:t>핵심 유즈케이스의 시작 조건과 완료 결과</a:t>
            </a:r>
          </a:p>
        </p:txBody>
      </p:sp>
      <p:sp>
        <p:nvSpPr>
          <p:cNvPr id="88" name="직사각형 87">
            <a:extLst xmlns:a="http://schemas.openxmlformats.org/drawingml/2006/main">
              <a:ext uri="{FF2B5EF4-FFF2-40B4-BE49-F238E27FC236}">
                <a16:creationId xmlns:a16="http://schemas.microsoft.com/office/drawing/2014/main" id="{735EBCC0-6F37-48AB-BD3B-E890C654CFF8}"/>
              </a:ext>
            </a:extLst>
          </p:cNvPr>
          <p:cNvSpPr>
            <a:spLocks xmlns:a="http://schemas.openxmlformats.org/drawingml/2006/main" noGrp="1"/>
          </p:cNvSpPr>
          <p:nvPr/>
        </p:nvSpPr>
        <p:spPr>
          <a:xfrm xmlns:a="http://schemas.openxmlformats.org/drawingml/2006/main">
            <a:off x="419100" y="6524625"/>
            <a:ext cx="69532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eaLnBrk="0" latinLnBrk="0">
              <a:buNone/>
              <a:defRPr sz="900" b="0" lang="ko-KR">
                <a:solidFill>
                  <a:srgbClr val="5B6570"/>
                </a:solidFill>
                <a:latin typeface="맑은 고딕"/>
                <a:ea typeface="맑은 고딕"/>
                <a:cs typeface="맑은 고딕"/>
              </a:defRPr>
            </a:pPr>
            <a:r>
              <a:rPr sz="900" b="0" lang="ko-KR">
                <a:solidFill>
                  <a:srgbClr val="5B6570"/>
                </a:solidFill>
                <a:latin typeface="맑은 고딕"/>
                <a:ea typeface="맑은 고딕"/>
                <a:cs typeface="맑은 고딕"/>
              </a:rPr>
              <a:t>유즈케이스 정의 / 보조 기능은 12~14쪽에 별도 정리</a:t>
            </a:r>
          </a:p>
        </p:txBody>
      </p:sp>
      <p:sp>
        <p:nvSpPr>
          <p:cNvPr id="89" name="직사각형 88">
            <a:extLst xmlns:a="http://schemas.openxmlformats.org/drawingml/2006/main">
              <a:ext uri="{FF2B5EF4-FFF2-40B4-BE49-F238E27FC236}">
                <a16:creationId xmlns:a16="http://schemas.microsoft.com/office/drawing/2014/main" id="{5470A2A5-C3CC-4E75-AFEF-A60C39110898}"/>
              </a:ext>
            </a:extLst>
          </p:cNvPr>
          <p:cNvSpPr>
            <a:spLocks xmlns:a="http://schemas.openxmlformats.org/drawingml/2006/main" noGrp="1"/>
          </p:cNvSpPr>
          <p:nvPr/>
        </p:nvSpPr>
        <p:spPr>
          <a:xfrm xmlns:a="http://schemas.openxmlformats.org/drawingml/2006/main">
            <a:off x="8334375" y="6524625"/>
            <a:ext cx="4000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eaLnBrk="0" latinLnBrk="0">
              <a:buNone/>
              <a:defRPr sz="900" b="0" lang="ko-KR">
                <a:solidFill>
                  <a:srgbClr val="5B6570"/>
                </a:solidFill>
                <a:latin typeface="맑은 고딕"/>
                <a:ea typeface="맑은 고딕"/>
                <a:cs typeface="맑은 고딕"/>
              </a:defRPr>
            </a:pPr>
            <a:r>
              <a:rPr sz="900" b="0" lang="ko-KR">
                <a:solidFill>
                  <a:srgbClr val="5B6570"/>
                </a:solidFill>
                <a:latin typeface="맑은 고딕"/>
                <a:ea typeface="맑은 고딕"/>
                <a:cs typeface="맑은 고딕"/>
              </a:rPr>
              <a:t>11</a:t>
            </a:r>
          </a:p>
        </p:txBody>
      </p:sp>
      <p:graphicFrame>
        <p:nvGraphicFramePr>
          <p:cNvPr id="104" name=""/>
          <p:cNvGraphicFramePr/>
          <p:nvPr/>
        </p:nvGraphicFramePr>
        <p:xfrm>
          <a:off xmlns:a="http://schemas.openxmlformats.org/drawingml/2006/main" x="419100" y="1857375"/>
          <a:ext xmlns:a="http://schemas.openxmlformats.org/drawingml/2006/main" cx="8305800" cy="4171950"/>
        </p:xfrm>
        <a:graphic xmlns:a="http://schemas.openxmlformats.org/drawingml/2006/main">
          <a:graphicData uri="http://schemas.openxmlformats.org/drawingml/2006/table">
            <a:tbl>
              <a:tblPr firstRow="1"/>
              <a:tblGrid>
                <a:gridCol w="1752600"/>
                <a:gridCol w="2800350"/>
                <a:gridCol w="3752850"/>
              </a:tblGrid>
              <a:tr h="342900">
                <a:tc>
                  <a:txBody>
                    <a:bodyPr lIns="95250" tIns="66675" rIns="95250" bIns="47625">
                      <a:noAutofit/>
                    </a:bodyPr>
                    <a:lstStyle/>
                    <a:p>
                      <a:pPr algn="l" eaLnBrk="0" latinLnBrk="0">
                        <a:lnSpc>
                          <a:spcPct val="116000"/>
                        </a:lnSpc>
                        <a:buNone/>
                      </a:pPr>
                      <a:r>
                        <a:rPr sz="1463" b="1" lang="ko-KR">
                          <a:solidFill>
                            <a:srgbClr val="FFFFFF"/>
                          </a:solidFill>
                          <a:latin typeface="맑은 고딕"/>
                          <a:ea typeface="맑은 고딕"/>
                          <a:cs typeface="맑은 고딕"/>
                        </a:rPr>
                        <a:t>사용 목적</a:t>
                      </a:r>
                    </a:p>
                  </a:txBody>
                  <a:tcPr marL="91440" marR="91440" marT="45720" marB="45720" anchor="ctr">
                    <a:solidFill>
                      <a:srgbClr val="3B5AA8"/>
                    </a:solidFill>
                  </a:tcPr>
                </a:tc>
                <a:tc>
                  <a:txBody>
                    <a:bodyPr lIns="95250" tIns="66675" rIns="95250" bIns="47625">
                      <a:noAutofit/>
                    </a:bodyPr>
                    <a:lstStyle/>
                    <a:p>
                      <a:pPr algn="l" eaLnBrk="0" latinLnBrk="0">
                        <a:lnSpc>
                          <a:spcPct val="116000"/>
                        </a:lnSpc>
                        <a:buNone/>
                      </a:pPr>
                      <a:r>
                        <a:rPr sz="1463" b="1" lang="ko-KR">
                          <a:solidFill>
                            <a:srgbClr val="FFFFFF"/>
                          </a:solidFill>
                          <a:latin typeface="맑은 고딕"/>
                          <a:ea typeface="맑은 고딕"/>
                          <a:cs typeface="맑은 고딕"/>
                        </a:rPr>
                        <a:t>시작 조건</a:t>
                      </a:r>
                    </a:p>
                  </a:txBody>
                  <a:tcPr marL="91440" marR="91440" marT="45720" marB="45720" anchor="ctr">
                    <a:solidFill>
                      <a:srgbClr val="3B5AA8"/>
                    </a:solidFill>
                  </a:tcPr>
                </a:tc>
                <a:tc>
                  <a:txBody>
                    <a:bodyPr lIns="95250" tIns="66675" rIns="95250" bIns="47625">
                      <a:noAutofit/>
                    </a:bodyPr>
                    <a:lstStyle/>
                    <a:p>
                      <a:pPr algn="l" eaLnBrk="0" latinLnBrk="0">
                        <a:lnSpc>
                          <a:spcPct val="116000"/>
                        </a:lnSpc>
                        <a:buNone/>
                      </a:pPr>
                      <a:r>
                        <a:rPr sz="1463" b="1" lang="ko-KR">
                          <a:solidFill>
                            <a:srgbClr val="FFFFFF"/>
                          </a:solidFill>
                          <a:latin typeface="맑은 고딕"/>
                          <a:ea typeface="맑은 고딕"/>
                          <a:cs typeface="맑은 고딕"/>
                        </a:rPr>
                        <a:t>완료 결과</a:t>
                      </a:r>
                    </a:p>
                  </a:txBody>
                  <a:tcPr marL="91440" marR="91440" marT="45720" marB="45720" anchor="ctr">
                    <a:solidFill>
                      <a:srgbClr val="3B5AA8"/>
                    </a:solidFill>
                  </a:tcPr>
                </a:tc>
              </a:tr>
              <a:tr h="638175">
                <a:tc>
                  <a:txBody>
                    <a:bodyPr lIns="95250" tIns="66675" rIns="95250" bIns="47625">
                      <a:noAutofit/>
                    </a:bodyPr>
                    <a:lstStyle/>
                    <a:p>
                      <a:pPr algn="l" eaLnBrk="0" latinLnBrk="0">
                        <a:lnSpc>
                          <a:spcPct val="116000"/>
                        </a:lnSpc>
                        <a:buNone/>
                      </a:pPr>
                      <a:r>
                        <a:rPr sz="1463" b="1" lang="ko-KR">
                          <a:solidFill>
                            <a:srgbClr val="24292F"/>
                          </a:solidFill>
                          <a:latin typeface="맑은 고딕"/>
                          <a:ea typeface="맑은 고딕"/>
                          <a:cs typeface="맑은 고딕"/>
                        </a:rPr>
                        <a:t>UC-01</a:t>
                      </a:r>
                    </a:p>
                    <a:p>
                      <a:pPr algn="l" eaLnBrk="0" latinLnBrk="0">
                        <a:lnSpc>
                          <a:spcPct val="116000"/>
                        </a:lnSpc>
                        <a:buNone/>
                      </a:pPr>
                      <a:r>
                        <a:rPr sz="1463" b="1" lang="ko-KR">
                          <a:solidFill>
                            <a:srgbClr val="24292F"/>
                          </a:solidFill>
                          <a:latin typeface="맑은 고딕"/>
                          <a:ea typeface="맑은 고딕"/>
                          <a:cs typeface="맑은 고딕"/>
                        </a:rPr>
                        <a:t>계획 생성</a:t>
                      </a:r>
                    </a:p>
                  </a:txBody>
                  <a:tcPr marL="91440" marR="91440" marT="45720" marB="45720" anchor="ctr">
                    <a:solidFill>
                      <a:srgbClr val="F1F4FA"/>
                    </a:solidFill>
                  </a:tcPr>
                </a:tc>
                <a:tc>
                  <a:txBody>
                    <a:bodyPr lIns="95250" tIns="66675" rIns="95250" bIns="47625">
                      <a:noAutofit/>
                    </a:bodyPr>
                    <a:lstStyle/>
                    <a:p>
                      <a:pPr algn="l" eaLnBrk="0" latinLnBrk="0">
                        <a:lnSpc>
                          <a:spcPct val="116000"/>
                        </a:lnSpc>
                        <a:buNone/>
                      </a:pPr>
                      <a:r>
                        <a:rPr sz="1463" b="0" lang="ko-KR">
                          <a:solidFill>
                            <a:srgbClr val="24292F"/>
                          </a:solidFill>
                          <a:latin typeface="맑은 고딕"/>
                          <a:ea typeface="맑은 고딕"/>
                          <a:cs typeface="맑은 고딕"/>
                        </a:rPr>
                        <a:t>목표와 실행 조건을 입력하고</a:t>
                      </a:r>
                    </a:p>
                    <a:p>
                      <a:pPr algn="l" eaLnBrk="0" latinLnBrk="0">
                        <a:lnSpc>
                          <a:spcPct val="116000"/>
                        </a:lnSpc>
                        <a:buNone/>
                      </a:pPr>
                      <a:r>
                        <a:rPr sz="1463" b="0" lang="ko-KR">
                          <a:solidFill>
                            <a:srgbClr val="24292F"/>
                          </a:solidFill>
                          <a:latin typeface="맑은 고딕"/>
                          <a:ea typeface="맑은 고딕"/>
                          <a:cs typeface="맑은 고딕"/>
                        </a:rPr>
                        <a:t>집중, 유지, 보류를 정한다.</a:t>
                      </a:r>
                    </a:p>
                  </a:txBody>
                  <a:tcPr marL="91440" marR="91440" marT="45720" marB="45720" anchor="ctr">
                    <a:solidFill>
                      <a:srgbClr val="FFFFFF"/>
                    </a:solidFill>
                  </a:tcPr>
                </a:tc>
                <a:tc>
                  <a:txBody>
                    <a:bodyPr lIns="95250" tIns="66675" rIns="95250" bIns="47625">
                      <a:noAutofit/>
                    </a:bodyPr>
                    <a:lstStyle/>
                    <a:p>
                      <a:pPr algn="l" eaLnBrk="0" latinLnBrk="0">
                        <a:lnSpc>
                          <a:spcPct val="116000"/>
                        </a:lnSpc>
                        <a:buNone/>
                      </a:pPr>
                      <a:r>
                        <a:rPr sz="1463" b="0" lang="ko-KR">
                          <a:solidFill>
                            <a:srgbClr val="24292F"/>
                          </a:solidFill>
                          <a:latin typeface="맑은 고딕"/>
                          <a:ea typeface="맑은 고딕"/>
                          <a:cs typeface="맑은 고딕"/>
                        </a:rPr>
                        <a:t>사용자가 초안을 고쳐 승인한다.</a:t>
                      </a:r>
                    </a:p>
                    <a:p>
                      <a:pPr algn="l" eaLnBrk="0" latinLnBrk="0">
                        <a:lnSpc>
                          <a:spcPct val="116000"/>
                        </a:lnSpc>
                        <a:buNone/>
                      </a:pPr>
                      <a:r>
                        <a:rPr sz="1463" b="0" lang="ko-KR">
                          <a:solidFill>
                            <a:srgbClr val="24292F"/>
                          </a:solidFill>
                          <a:latin typeface="맑은 고딕"/>
                          <a:ea typeface="맑은 고딕"/>
                          <a:cs typeface="맑은 고딕"/>
                        </a:rPr>
                        <a:t>할 일이 오늘과 주간 일정에 표시된다.</a:t>
                      </a:r>
                    </a:p>
                  </a:txBody>
                  <a:tcPr marL="91440" marR="91440" marT="45720" marB="45720" anchor="ctr">
                    <a:solidFill>
                      <a:srgbClr val="FFFFFF"/>
                    </a:solidFill>
                  </a:tcPr>
                </a:tc>
              </a:tr>
              <a:tr h="638175">
                <a:tc>
                  <a:txBody>
                    <a:bodyPr lIns="95250" tIns="66675" rIns="95250" bIns="47625">
                      <a:noAutofit/>
                    </a:bodyPr>
                    <a:lstStyle/>
                    <a:p>
                      <a:pPr algn="l" eaLnBrk="0" latinLnBrk="0">
                        <a:lnSpc>
                          <a:spcPct val="116000"/>
                        </a:lnSpc>
                        <a:buNone/>
                      </a:pPr>
                      <a:r>
                        <a:rPr sz="1463" b="1" lang="ko-KR">
                          <a:solidFill>
                            <a:srgbClr val="24292F"/>
                          </a:solidFill>
                          <a:latin typeface="맑은 고딕"/>
                          <a:ea typeface="맑은 고딕"/>
                          <a:cs typeface="맑은 고딕"/>
                        </a:rPr>
                        <a:t>UC-02</a:t>
                      </a:r>
                    </a:p>
                    <a:p>
                      <a:pPr algn="l" eaLnBrk="0" latinLnBrk="0">
                        <a:lnSpc>
                          <a:spcPct val="116000"/>
                        </a:lnSpc>
                        <a:buNone/>
                      </a:pPr>
                      <a:r>
                        <a:rPr sz="1463" b="1" lang="ko-KR">
                          <a:solidFill>
                            <a:srgbClr val="24292F"/>
                          </a:solidFill>
                          <a:latin typeface="맑은 고딕"/>
                          <a:ea typeface="맑은 고딕"/>
                          <a:cs typeface="맑은 고딕"/>
                        </a:rPr>
                        <a:t>오늘 실행</a:t>
                      </a:r>
                    </a:p>
                  </a:txBody>
                  <a:tcPr marL="91440" marR="91440" marT="45720" marB="45720" anchor="ctr">
                    <a:solidFill>
                      <a:srgbClr val="F1F4FA"/>
                    </a:solidFill>
                  </a:tcPr>
                </a:tc>
                <a:tc>
                  <a:txBody>
                    <a:bodyPr lIns="95250" tIns="66675" rIns="95250" bIns="47625">
                      <a:noAutofit/>
                    </a:bodyPr>
                    <a:lstStyle/>
                    <a:p>
                      <a:pPr algn="l" eaLnBrk="0" latinLnBrk="0">
                        <a:lnSpc>
                          <a:spcPct val="116000"/>
                        </a:lnSpc>
                        <a:buNone/>
                      </a:pPr>
                      <a:r>
                        <a:rPr sz="1463" b="0" lang="ko-KR">
                          <a:solidFill>
                            <a:srgbClr val="24292F"/>
                          </a:solidFill>
                          <a:latin typeface="맑은 고딕"/>
                          <a:ea typeface="맑은 고딕"/>
                          <a:cs typeface="맑은 고딕"/>
                        </a:rPr>
                        <a:t>오늘 할 일을 선택하고</a:t>
                      </a:r>
                    </a:p>
                    <a:p>
                      <a:pPr algn="l" eaLnBrk="0" latinLnBrk="0">
                        <a:lnSpc>
                          <a:spcPct val="116000"/>
                        </a:lnSpc>
                        <a:buNone/>
                      </a:pPr>
                      <a:r>
                        <a:rPr sz="1463" b="0" lang="ko-KR">
                          <a:solidFill>
                            <a:srgbClr val="24292F"/>
                          </a:solidFill>
                          <a:latin typeface="맑은 고딕"/>
                          <a:ea typeface="맑은 고딕"/>
                          <a:cs typeface="맑은 고딕"/>
                        </a:rPr>
                        <a:t>집중을 시작한다.</a:t>
                      </a:r>
                    </a:p>
                  </a:txBody>
                  <a:tcPr marL="91440" marR="91440" marT="45720" marB="45720" anchor="ctr">
                    <a:solidFill>
                      <a:srgbClr val="FFFFFF"/>
                    </a:solidFill>
                  </a:tcPr>
                </a:tc>
                <a:tc>
                  <a:txBody>
                    <a:bodyPr lIns="95250" tIns="66675" rIns="95250" bIns="47625">
                      <a:noAutofit/>
                    </a:bodyPr>
                    <a:lstStyle/>
                    <a:p>
                      <a:pPr algn="l" eaLnBrk="0" latinLnBrk="0">
                        <a:lnSpc>
                          <a:spcPct val="116000"/>
                        </a:lnSpc>
                        <a:buNone/>
                      </a:pPr>
                      <a:r>
                        <a:rPr sz="1463" b="0" lang="ko-KR">
                          <a:solidFill>
                            <a:srgbClr val="24292F"/>
                          </a:solidFill>
                          <a:latin typeface="맑은 고딕"/>
                          <a:ea typeface="맑은 고딕"/>
                          <a:cs typeface="맑은 고딕"/>
                        </a:rPr>
                        <a:t>집중 시간과 실제 실행 결과를</a:t>
                      </a:r>
                    </a:p>
                    <a:p>
                      <a:pPr algn="l" eaLnBrk="0" latinLnBrk="0">
                        <a:lnSpc>
                          <a:spcPct val="116000"/>
                        </a:lnSpc>
                        <a:buNone/>
                      </a:pPr>
                      <a:r>
                        <a:rPr sz="1463" b="0" lang="ko-KR">
                          <a:solidFill>
                            <a:srgbClr val="24292F"/>
                          </a:solidFill>
                          <a:latin typeface="맑은 고딕"/>
                          <a:ea typeface="맑은 고딕"/>
                          <a:cs typeface="맑은 고딕"/>
                        </a:rPr>
                        <a:t>같은 실행 기록에 남긴다.</a:t>
                      </a:r>
                    </a:p>
                  </a:txBody>
                  <a:tcPr marL="91440" marR="91440" marT="45720" marB="45720" anchor="ctr">
                    <a:solidFill>
                      <a:srgbClr val="FFFFFF"/>
                    </a:solidFill>
                  </a:tcPr>
                </a:tc>
              </a:tr>
              <a:tr h="638175">
                <a:tc>
                  <a:txBody>
                    <a:bodyPr lIns="95250" tIns="66675" rIns="95250" bIns="47625">
                      <a:noAutofit/>
                    </a:bodyPr>
                    <a:lstStyle/>
                    <a:p>
                      <a:pPr algn="l" eaLnBrk="0" latinLnBrk="0">
                        <a:lnSpc>
                          <a:spcPct val="116000"/>
                        </a:lnSpc>
                        <a:buNone/>
                      </a:pPr>
                      <a:r>
                        <a:rPr sz="1463" b="1" lang="ko-KR">
                          <a:solidFill>
                            <a:srgbClr val="24292F"/>
                          </a:solidFill>
                          <a:latin typeface="맑은 고딕"/>
                          <a:ea typeface="맑은 고딕"/>
                          <a:cs typeface="맑은 고딕"/>
                        </a:rPr>
                        <a:t>UC-03</a:t>
                      </a:r>
                    </a:p>
                    <a:p>
                      <a:pPr algn="l" eaLnBrk="0" latinLnBrk="0">
                        <a:lnSpc>
                          <a:spcPct val="116000"/>
                        </a:lnSpc>
                        <a:buNone/>
                      </a:pPr>
                      <a:r>
                        <a:rPr sz="1463" b="1" lang="ko-KR">
                          <a:solidFill>
                            <a:srgbClr val="24292F"/>
                          </a:solidFill>
                          <a:latin typeface="맑은 고딕"/>
                          <a:ea typeface="맑은 고딕"/>
                          <a:cs typeface="맑은 고딕"/>
                        </a:rPr>
                        <a:t>실패 기록</a:t>
                      </a:r>
                    </a:p>
                  </a:txBody>
                  <a:tcPr marL="91440" marR="91440" marT="45720" marB="45720" anchor="ctr">
                    <a:solidFill>
                      <a:srgbClr val="F1F4FA"/>
                    </a:solidFill>
                  </a:tcPr>
                </a:tc>
                <a:tc>
                  <a:txBody>
                    <a:bodyPr lIns="95250" tIns="66675" rIns="95250" bIns="47625">
                      <a:noAutofit/>
                    </a:bodyPr>
                    <a:lstStyle/>
                    <a:p>
                      <a:pPr algn="l" eaLnBrk="0" latinLnBrk="0">
                        <a:lnSpc>
                          <a:spcPct val="116000"/>
                        </a:lnSpc>
                        <a:buNone/>
                      </a:pPr>
                      <a:r>
                        <a:rPr sz="1463" b="0" lang="ko-KR">
                          <a:solidFill>
                            <a:srgbClr val="24292F"/>
                          </a:solidFill>
                          <a:latin typeface="맑은 고딕"/>
                          <a:ea typeface="맑은 고딕"/>
                          <a:cs typeface="맑은 고딕"/>
                        </a:rPr>
                        <a:t>일부 완료 또는 실패로</a:t>
                      </a:r>
                    </a:p>
                    <a:p>
                      <a:pPr algn="l" eaLnBrk="0" latinLnBrk="0">
                        <a:lnSpc>
                          <a:spcPct val="116000"/>
                        </a:lnSpc>
                        <a:buNone/>
                      </a:pPr>
                      <a:r>
                        <a:rPr sz="1463" b="0" lang="ko-KR">
                          <a:solidFill>
                            <a:srgbClr val="24292F"/>
                          </a:solidFill>
                          <a:latin typeface="맑은 고딕"/>
                          <a:ea typeface="맑은 고딕"/>
                          <a:cs typeface="맑은 고딕"/>
                        </a:rPr>
                        <a:t>실행을 마친다.</a:t>
                      </a:r>
                    </a:p>
                  </a:txBody>
                  <a:tcPr marL="91440" marR="91440" marT="45720" marB="45720" anchor="ctr">
                    <a:solidFill>
                      <a:srgbClr val="FFFFFF"/>
                    </a:solidFill>
                  </a:tcPr>
                </a:tc>
                <a:tc>
                  <a:txBody>
                    <a:bodyPr lIns="95250" tIns="66675" rIns="95250" bIns="47625">
                      <a:noAutofit/>
                    </a:bodyPr>
                    <a:lstStyle/>
                    <a:p>
                      <a:pPr algn="l" eaLnBrk="0" latinLnBrk="0">
                        <a:lnSpc>
                          <a:spcPct val="116000"/>
                        </a:lnSpc>
                        <a:buNone/>
                      </a:pPr>
                      <a:r>
                        <a:rPr sz="1463" b="0" lang="ko-KR">
                          <a:solidFill>
                            <a:srgbClr val="24292F"/>
                          </a:solidFill>
                          <a:latin typeface="맑은 고딕"/>
                          <a:ea typeface="맑은 고딕"/>
                          <a:cs typeface="맑은 고딕"/>
                        </a:rPr>
                        <a:t>원인 1~2개를 같은 실행에 저장하고</a:t>
                      </a:r>
                    </a:p>
                    <a:p>
                      <a:pPr algn="l" eaLnBrk="0" latinLnBrk="0">
                        <a:lnSpc>
                          <a:spcPct val="116000"/>
                        </a:lnSpc>
                        <a:buNone/>
                      </a:pPr>
                      <a:r>
                        <a:rPr sz="1463" b="0" lang="ko-KR">
                          <a:solidFill>
                            <a:srgbClr val="24292F"/>
                          </a:solidFill>
                          <a:latin typeface="맑은 고딕"/>
                          <a:ea typeface="맑은 고딕"/>
                          <a:cs typeface="맑은 고딕"/>
                        </a:rPr>
                        <a:t>회복안을 요청한다.</a:t>
                      </a:r>
                    </a:p>
                  </a:txBody>
                  <a:tcPr marL="91440" marR="91440" marT="45720" marB="45720" anchor="ctr">
                    <a:solidFill>
                      <a:srgbClr val="FFFFFF"/>
                    </a:solidFill>
                  </a:tcPr>
                </a:tc>
              </a:tr>
              <a:tr h="638175">
                <a:tc>
                  <a:txBody>
                    <a:bodyPr lIns="95250" tIns="66675" rIns="95250" bIns="47625">
                      <a:noAutofit/>
                    </a:bodyPr>
                    <a:lstStyle/>
                    <a:p>
                      <a:pPr algn="l" eaLnBrk="0" latinLnBrk="0">
                        <a:lnSpc>
                          <a:spcPct val="116000"/>
                        </a:lnSpc>
                        <a:buNone/>
                      </a:pPr>
                      <a:r>
                        <a:rPr sz="1463" b="1" lang="ko-KR">
                          <a:solidFill>
                            <a:srgbClr val="24292F"/>
                          </a:solidFill>
                          <a:latin typeface="맑은 고딕"/>
                          <a:ea typeface="맑은 고딕"/>
                          <a:cs typeface="맑은 고딕"/>
                        </a:rPr>
                        <a:t>UC-04</a:t>
                      </a:r>
                    </a:p>
                    <a:p>
                      <a:pPr algn="l" eaLnBrk="0" latinLnBrk="0">
                        <a:lnSpc>
                          <a:spcPct val="116000"/>
                        </a:lnSpc>
                        <a:buNone/>
                      </a:pPr>
                      <a:r>
                        <a:rPr sz="1463" b="1" lang="ko-KR">
                          <a:solidFill>
                            <a:srgbClr val="24292F"/>
                          </a:solidFill>
                          <a:latin typeface="맑은 고딕"/>
                          <a:ea typeface="맑은 고딕"/>
                          <a:cs typeface="맑은 고딕"/>
                        </a:rPr>
                        <a:t>회복안 선택</a:t>
                      </a:r>
                    </a:p>
                  </a:txBody>
                  <a:tcPr marL="91440" marR="91440" marT="45720" marB="45720" anchor="ctr">
                    <a:solidFill>
                      <a:srgbClr val="F1F4FA"/>
                    </a:solidFill>
                  </a:tcPr>
                </a:tc>
                <a:tc>
                  <a:txBody>
                    <a:bodyPr lIns="95250" tIns="66675" rIns="95250" bIns="47625">
                      <a:noAutofit/>
                    </a:bodyPr>
                    <a:lstStyle/>
                    <a:p>
                      <a:pPr algn="l" eaLnBrk="0" latinLnBrk="0">
                        <a:lnSpc>
                          <a:spcPct val="116000"/>
                        </a:lnSpc>
                        <a:buNone/>
                      </a:pPr>
                      <a:r>
                        <a:rPr sz="1463" b="0" lang="ko-KR">
                          <a:solidFill>
                            <a:srgbClr val="24292F"/>
                          </a:solidFill>
                          <a:latin typeface="맑은 고딕"/>
                          <a:ea typeface="맑은 고딕"/>
                          <a:cs typeface="맑은 고딕"/>
                        </a:rPr>
                        <a:t>실패 사유에 따른</a:t>
                      </a:r>
                    </a:p>
                    <a:p>
                      <a:pPr algn="l" eaLnBrk="0" latinLnBrk="0">
                        <a:lnSpc>
                          <a:spcPct val="116000"/>
                        </a:lnSpc>
                        <a:buNone/>
                      </a:pPr>
                      <a:r>
                        <a:rPr sz="1463" b="0" lang="ko-KR">
                          <a:solidFill>
                            <a:srgbClr val="24292F"/>
                          </a:solidFill>
                          <a:latin typeface="맑은 고딕"/>
                          <a:ea typeface="맑은 고딕"/>
                          <a:cs typeface="맑은 고딕"/>
                        </a:rPr>
                        <a:t>회복 제안을 확인한다.</a:t>
                      </a:r>
                    </a:p>
                  </a:txBody>
                  <a:tcPr marL="91440" marR="91440" marT="45720" marB="45720" anchor="ctr">
                    <a:solidFill>
                      <a:srgbClr val="FFFFFF"/>
                    </a:solidFill>
                  </a:tcPr>
                </a:tc>
                <a:tc>
                  <a:txBody>
                    <a:bodyPr lIns="95250" tIns="66675" rIns="95250" bIns="47625">
                      <a:noAutofit/>
                    </a:bodyPr>
                    <a:lstStyle/>
                    <a:p>
                      <a:pPr algn="l" eaLnBrk="0" latinLnBrk="0">
                        <a:lnSpc>
                          <a:spcPct val="116000"/>
                        </a:lnSpc>
                        <a:buNone/>
                      </a:pPr>
                      <a:r>
                        <a:rPr sz="1463" b="0" lang="ko-KR">
                          <a:solidFill>
                            <a:srgbClr val="24292F"/>
                          </a:solidFill>
                          <a:latin typeface="맑은 고딕"/>
                          <a:ea typeface="맑은 고딕"/>
                          <a:cs typeface="맑은 고딕"/>
                        </a:rPr>
                        <a:t>사용자가 가능한 방법을 고른다.</a:t>
                      </a:r>
                    </a:p>
                    <a:p>
                      <a:pPr algn="l" eaLnBrk="0" latinLnBrk="0">
                        <a:lnSpc>
                          <a:spcPct val="116000"/>
                        </a:lnSpc>
                        <a:buNone/>
                      </a:pPr>
                      <a:r>
                        <a:rPr sz="1463" b="0" lang="ko-KR">
                          <a:solidFill>
                            <a:srgbClr val="24292F"/>
                          </a:solidFill>
                          <a:latin typeface="맑은 고딕"/>
                          <a:ea typeface="맑은 고딕"/>
                          <a:cs typeface="맑은 고딕"/>
                        </a:rPr>
                        <a:t>새 할 일이 생기면 변경 확인으로 간다.</a:t>
                      </a:r>
                    </a:p>
                  </a:txBody>
                  <a:tcPr marL="91440" marR="91440" marT="45720" marB="45720" anchor="ctr">
                    <a:solidFill>
                      <a:srgbClr val="FFFFFF"/>
                    </a:solidFill>
                  </a:tcPr>
                </a:tc>
              </a:tr>
              <a:tr h="638175">
                <a:tc>
                  <a:txBody>
                    <a:bodyPr lIns="95250" tIns="66675" rIns="95250" bIns="47625">
                      <a:noAutofit/>
                    </a:bodyPr>
                    <a:lstStyle/>
                    <a:p>
                      <a:pPr algn="l" eaLnBrk="0" latinLnBrk="0">
                        <a:lnSpc>
                          <a:spcPct val="116000"/>
                        </a:lnSpc>
                        <a:buNone/>
                      </a:pPr>
                      <a:r>
                        <a:rPr sz="1463" b="1" lang="ko-KR">
                          <a:solidFill>
                            <a:srgbClr val="24292F"/>
                          </a:solidFill>
                          <a:latin typeface="맑은 고딕"/>
                          <a:ea typeface="맑은 고딕"/>
                          <a:cs typeface="맑은 고딕"/>
                        </a:rPr>
                        <a:t>UC-05</a:t>
                      </a:r>
                    </a:p>
                    <a:p>
                      <a:pPr algn="l" eaLnBrk="0" latinLnBrk="0">
                        <a:lnSpc>
                          <a:spcPct val="116000"/>
                        </a:lnSpc>
                        <a:buNone/>
                      </a:pPr>
                      <a:r>
                        <a:rPr sz="1463" b="1" lang="ko-KR">
                          <a:solidFill>
                            <a:srgbClr val="24292F"/>
                          </a:solidFill>
                          <a:latin typeface="맑은 고딕"/>
                          <a:ea typeface="맑은 고딕"/>
                          <a:cs typeface="맑은 고딕"/>
                        </a:rPr>
                        <a:t>리플랜 승인</a:t>
                      </a:r>
                    </a:p>
                  </a:txBody>
                  <a:tcPr marL="91440" marR="91440" marT="45720" marB="45720" anchor="ctr">
                    <a:solidFill>
                      <a:srgbClr val="F1F4FA"/>
                    </a:solidFill>
                  </a:tcPr>
                </a:tc>
                <a:tc>
                  <a:txBody>
                    <a:bodyPr lIns="95250" tIns="66675" rIns="95250" bIns="47625">
                      <a:noAutofit/>
                    </a:bodyPr>
                    <a:lstStyle/>
                    <a:p>
                      <a:pPr algn="l" eaLnBrk="0" latinLnBrk="0">
                        <a:lnSpc>
                          <a:spcPct val="116000"/>
                        </a:lnSpc>
                        <a:buNone/>
                      </a:pPr>
                      <a:r>
                        <a:rPr sz="1463" b="0" lang="ko-KR">
                          <a:solidFill>
                            <a:srgbClr val="24292F"/>
                          </a:solidFill>
                          <a:latin typeface="맑은 고딕"/>
                          <a:ea typeface="맑은 고딕"/>
                          <a:cs typeface="맑은 고딕"/>
                        </a:rPr>
                        <a:t>새 회복 할 일의</a:t>
                      </a:r>
                    </a:p>
                    <a:p>
                      <a:pPr algn="l" eaLnBrk="0" latinLnBrk="0">
                        <a:lnSpc>
                          <a:spcPct val="116000"/>
                        </a:lnSpc>
                        <a:buNone/>
                      </a:pPr>
                      <a:r>
                        <a:rPr sz="1463" b="0" lang="ko-KR">
                          <a:solidFill>
                            <a:srgbClr val="24292F"/>
                          </a:solidFill>
                          <a:latin typeface="맑은 고딕"/>
                          <a:ea typeface="맑은 고딕"/>
                          <a:cs typeface="맑은 고딕"/>
                        </a:rPr>
                        <a:t>변경 전후를 확인한다.</a:t>
                      </a:r>
                    </a:p>
                  </a:txBody>
                  <a:tcPr marL="91440" marR="91440" marT="45720" marB="45720" anchor="ctr">
                    <a:solidFill>
                      <a:srgbClr val="FFFFFF"/>
                    </a:solidFill>
                  </a:tcPr>
                </a:tc>
                <a:tc>
                  <a:txBody>
                    <a:bodyPr lIns="95250" tIns="66675" rIns="95250" bIns="47625">
                      <a:noAutofit/>
                    </a:bodyPr>
                    <a:lstStyle/>
                    <a:p>
                      <a:pPr algn="l" eaLnBrk="0" latinLnBrk="0">
                        <a:lnSpc>
                          <a:spcPct val="116000"/>
                        </a:lnSpc>
                        <a:buNone/>
                      </a:pPr>
                      <a:r>
                        <a:rPr sz="1463" b="0" lang="ko-KR">
                          <a:solidFill>
                            <a:srgbClr val="24292F"/>
                          </a:solidFill>
                          <a:latin typeface="맑은 고딕"/>
                          <a:ea typeface="맑은 고딕"/>
                          <a:cs typeface="맑은 고딕"/>
                        </a:rPr>
                        <a:t>승인한 경우에만 일정에 배치한다.</a:t>
                      </a:r>
                    </a:p>
                    <a:p>
                      <a:pPr algn="l" eaLnBrk="0" latinLnBrk="0">
                        <a:lnSpc>
                          <a:spcPct val="116000"/>
                        </a:lnSpc>
                        <a:buNone/>
                      </a:pPr>
                      <a:r>
                        <a:rPr sz="1463" b="0" lang="ko-KR">
                          <a:solidFill>
                            <a:srgbClr val="24292F"/>
                          </a:solidFill>
                          <a:latin typeface="맑은 고딕"/>
                          <a:ea typeface="맑은 고딕"/>
                          <a:cs typeface="맑은 고딕"/>
                        </a:rPr>
                        <a:t>오늘 화면에서 다시 실행한다.</a:t>
                      </a:r>
                    </a:p>
                  </a:txBody>
                  <a:tcPr marL="91440" marR="91440" marT="45720" marB="45720" anchor="ctr">
                    <a:solidFill>
                      <a:srgbClr val="FFFFFF"/>
                    </a:solidFill>
                  </a:tcPr>
                </a:tc>
              </a:tr>
              <a:tr h="638175">
                <a:tc>
                  <a:txBody>
                    <a:bodyPr lIns="95250" tIns="66675" rIns="95250" bIns="47625">
                      <a:noAutofit/>
                    </a:bodyPr>
                    <a:lstStyle/>
                    <a:p>
                      <a:pPr algn="l" eaLnBrk="0" latinLnBrk="0">
                        <a:lnSpc>
                          <a:spcPct val="116000"/>
                        </a:lnSpc>
                        <a:buNone/>
                      </a:pPr>
                      <a:r>
                        <a:rPr sz="1463" b="1" lang="ko-KR">
                          <a:solidFill>
                            <a:srgbClr val="24292F"/>
                          </a:solidFill>
                          <a:latin typeface="맑은 고딕"/>
                          <a:ea typeface="맑은 고딕"/>
                          <a:cs typeface="맑은 고딕"/>
                        </a:rPr>
                        <a:t>UC-06</a:t>
                      </a:r>
                    </a:p>
                    <a:p>
                      <a:pPr algn="l" eaLnBrk="0" latinLnBrk="0">
                        <a:lnSpc>
                          <a:spcPct val="116000"/>
                        </a:lnSpc>
                        <a:buNone/>
                      </a:pPr>
                      <a:r>
                        <a:rPr sz="1463" b="1" lang="ko-KR">
                          <a:solidFill>
                            <a:srgbClr val="24292F"/>
                          </a:solidFill>
                          <a:latin typeface="맑은 고딕"/>
                          <a:ea typeface="맑은 고딕"/>
                          <a:cs typeface="맑은 고딕"/>
                        </a:rPr>
                        <a:t>주간 리뷰</a:t>
                      </a:r>
                    </a:p>
                  </a:txBody>
                  <a:tcPr marL="91440" marR="91440" marT="45720" marB="45720" anchor="ctr">
                    <a:solidFill>
                      <a:srgbClr val="F1F4FA"/>
                    </a:solidFill>
                  </a:tcPr>
                </a:tc>
                <a:tc>
                  <a:txBody>
                    <a:bodyPr lIns="95250" tIns="66675" rIns="95250" bIns="47625">
                      <a:noAutofit/>
                    </a:bodyPr>
                    <a:lstStyle/>
                    <a:p>
                      <a:pPr algn="l" eaLnBrk="0" latinLnBrk="0">
                        <a:lnSpc>
                          <a:spcPct val="116000"/>
                        </a:lnSpc>
                        <a:buNone/>
                      </a:pPr>
                      <a:r>
                        <a:rPr sz="1463" b="0" lang="ko-KR">
                          <a:solidFill>
                            <a:srgbClr val="24292F"/>
                          </a:solidFill>
                          <a:latin typeface="맑은 고딕"/>
                          <a:ea typeface="맑은 고딕"/>
                          <a:cs typeface="맑은 고딕"/>
                        </a:rPr>
                        <a:t>한 주의 실행과 회복</a:t>
                      </a:r>
                    </a:p>
                    <a:p>
                      <a:pPr algn="l" eaLnBrk="0" latinLnBrk="0">
                        <a:lnSpc>
                          <a:spcPct val="116000"/>
                        </a:lnSpc>
                        <a:buNone/>
                      </a:pPr>
                      <a:r>
                        <a:rPr sz="1463" b="0" lang="ko-KR">
                          <a:solidFill>
                            <a:srgbClr val="24292F"/>
                          </a:solidFill>
                          <a:latin typeface="맑은 고딕"/>
                          <a:ea typeface="맑은 고딕"/>
                          <a:cs typeface="맑은 고딕"/>
                        </a:rPr>
                        <a:t>기록을 조회한다.</a:t>
                      </a:r>
                    </a:p>
                  </a:txBody>
                  <a:tcPr marL="91440" marR="91440" marT="45720" marB="45720" anchor="ctr">
                    <a:solidFill>
                      <a:srgbClr val="FFFFFF"/>
                    </a:solidFill>
                  </a:tcPr>
                </a:tc>
                <a:tc>
                  <a:txBody>
                    <a:bodyPr lIns="95250" tIns="66675" rIns="95250" bIns="47625">
                      <a:noAutofit/>
                    </a:bodyPr>
                    <a:lstStyle/>
                    <a:p>
                      <a:pPr algn="l" eaLnBrk="0" latinLnBrk="0">
                        <a:lnSpc>
                          <a:spcPct val="116000"/>
                        </a:lnSpc>
                        <a:buNone/>
                      </a:pPr>
                      <a:r>
                        <a:rPr sz="1463" b="0" lang="ko-KR">
                          <a:solidFill>
                            <a:srgbClr val="24292F"/>
                          </a:solidFill>
                          <a:latin typeface="맑은 고딕"/>
                          <a:ea typeface="맑은 고딕"/>
                          <a:cs typeface="맑은 고딕"/>
                        </a:rPr>
                        <a:t>기록을 보고 일정과 분량을 고친다.</a:t>
                      </a:r>
                    </a:p>
                    <a:p>
                      <a:pPr algn="l" eaLnBrk="0" latinLnBrk="0">
                        <a:lnSpc>
                          <a:spcPct val="116000"/>
                        </a:lnSpc>
                        <a:buNone/>
                      </a:pPr>
                      <a:r>
                        <a:rPr sz="1463" b="0" lang="ko-KR">
                          <a:solidFill>
                            <a:srgbClr val="24292F"/>
                          </a:solidFill>
                          <a:latin typeface="맑은 고딕"/>
                          <a:ea typeface="맑은 고딕"/>
                          <a:cs typeface="맑은 고딕"/>
                        </a:rPr>
                        <a:t>습관 횟수 조정 제안을 확인한다.</a:t>
                      </a:r>
                    </a:p>
                  </a:txBody>
                  <a:tcPr marL="91440" marR="91440" marT="45720" marB="45720" anchor="ctr">
                    <a:solidFill>
                      <a:srgbClr val="FFFFFF"/>
                    </a:solidFill>
                  </a:tcPr>
                </a:tc>
              </a:tr>
            </a:tbl>
          </a:graphicData>
        </a:graphic>
      </p:graphicFrame>
      <p:sp>
        <p:nvSpPr>
          <p:cNvPr id="94" name="">
            <a:extLst xmlns:a="http://schemas.openxmlformats.org/drawingml/2006/main">
              <a:ext uri="{FF2B5EF4-FFF2-40B4-BE49-F238E27FC236}">
                <a16:creationId xmlns:a16="http://schemas.microsoft.com/office/drawing/2014/main" id="{E46AD05E-7279-4B8A-847A-C1C309728032}"/>
              </a:ext>
            </a:extLst>
          </p:cNvPr>
          <p:cNvSpPr>
            <a:spLocks xmlns:a="http://schemas.openxmlformats.org/drawingml/2006/main" noGrp="1"/>
          </p:cNvSpPr>
          <p:nvPr/>
        </p:nvSpPr>
        <p:spPr>
          <a:xfrm xmlns:a="http://schemas.openxmlformats.org/drawingml/2006/main">
            <a:off x="419100" y="6162675"/>
            <a:ext cx="830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eaLnBrk="0" latinLnBrk="0">
              <a:lnSpc>
                <a:spcPct val="123000"/>
              </a:lnSpc>
              <a:buNone/>
              <a:defRPr sz="1313" b="0" lang="ko-KR">
                <a:solidFill>
                  <a:srgbClr val="5B6570"/>
                </a:solidFill>
                <a:latin typeface="맑은 고딕"/>
                <a:ea typeface="맑은 고딕"/>
                <a:cs typeface="맑은 고딕"/>
              </a:defRPr>
            </a:pPr>
            <a:r>
              <a:rPr sz="1313" b="0" lang="ko-KR">
                <a:solidFill>
                  <a:srgbClr val="5B6570"/>
                </a:solidFill>
                <a:latin typeface="맑은 고딕"/>
                <a:ea typeface="맑은 고딕"/>
                <a:cs typeface="맑은 고딕"/>
              </a:rPr>
              <a:t>공통 조건: 로그인한 사용자. 저장에 실패하면 완료로 처리하지 않고 재시도한다.</a:t>
            </a:r>
          </a:p>
        </p:txBody>
      </p:sp>
    </p:spTree>
    <p:extLst>
      <p:ext uri="{BB962C8B-B14F-4D97-AF65-F5344CB8AC3E}">
        <p14:creationId xmlns:p14="http://schemas.microsoft.com/office/powerpoint/2010/main" val="3195766679"/>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4" name="직사각형 23">
            <a:extLst xmlns:a="http://schemas.openxmlformats.org/drawingml/2006/main">
              <a:ext uri="{FF2B5EF4-FFF2-40B4-BE49-F238E27FC236}">
                <a16:creationId xmlns:a16="http://schemas.microsoft.com/office/drawing/2014/main" id="{87FE247D-BCD8-49C9-AB08-42C204606102}"/>
              </a:ext>
            </a:extLst>
          </p:cNvPr>
          <p:cNvSpPr>
            <a:spLocks xmlns:a="http://schemas.openxmlformats.org/drawingml/2006/main" noGrp="1"/>
          </p:cNvSpPr>
          <p:nvPr/>
        </p:nvSpPr>
        <p:spPr>
          <a:xfrm xmlns:a="http://schemas.openxmlformats.org/drawingml/2006/main">
            <a:off x="107504" y="0"/>
            <a:ext cx="3096344" cy="1124744"/>
          </a:xfrm>
          <a:prstGeom xmlns:a="http://schemas.openxmlformats.org/drawingml/2006/main" prst="rect">
            <a:avLst/>
          </a:prstGeom>
          <a:solidFill xmlns:a="http://schemas.openxmlformats.org/drawingml/2006/main">
            <a:srgbClr val="3B5AA8"/>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eaLnBrk="0" latinLnBrk="0">
              <a:buNone/>
            </a:pPr>
            <a:endParaRPr lang="ko-KR"/>
          </a:p>
        </p:txBody>
      </p:sp>
      <p:sp>
        <p:nvSpPr>
          <p:cNvPr id="25" name="직선 연결선 24">
            <a:extLst xmlns:a="http://schemas.openxmlformats.org/drawingml/2006/main">
              <a:ext uri="{FF2B5EF4-FFF2-40B4-BE49-F238E27FC236}">
                <a16:creationId xmlns:a16="http://schemas.microsoft.com/office/drawing/2014/main" id="{56E72A93-616C-44BF-B205-95E477EF8F6D}"/>
              </a:ext>
            </a:extLst>
          </p:cNvPr>
          <p:cNvSpPr>
            <a:spLocks xmlns:a="http://schemas.openxmlformats.org/drawingml/2006/main" noGrp="1"/>
          </p:cNvSpPr>
          <p:nvPr/>
        </p:nvSpPr>
        <p:spPr>
          <a:xfrm xmlns:a="http://schemas.openxmlformats.org/drawingml/2006/main">
            <a:off x="424356" y="541195"/>
            <a:ext cx="2591728" cy="0"/>
          </a:xfrm>
          <a:prstGeom xmlns:a="http://schemas.openxmlformats.org/drawingml/2006/main" prst="line">
            <a:avLst/>
          </a:prstGeom>
          <a:ln xmlns:a="http://schemas.openxmlformats.org/drawingml/2006/main" w="28575">
            <a:solidFill>
              <a:schemeClr val="bg1">
                <a:lumMod val="95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txBody>
          <a:bodyPr xmlns:a="http://schemas.openxmlformats.org/drawingml/2006/main"/>
          <a:lstStyle xmlns:a="http://schemas.openxmlformats.org/drawingml/2006/main"/>
          <a:p xmlns:a="http://schemas.openxmlformats.org/drawingml/2006/main">
            <a:pPr eaLnBrk="0" latinLnBrk="0">
              <a:buNone/>
            </a:pPr>
            <a:endParaRPr lang="ko-KR"/>
          </a:p>
        </p:txBody>
      </p:sp>
      <p:sp>
        <p:nvSpPr>
          <p:cNvPr id="26" name="직선 연결선 25">
            <a:extLst xmlns:a="http://schemas.openxmlformats.org/drawingml/2006/main">
              <a:ext uri="{FF2B5EF4-FFF2-40B4-BE49-F238E27FC236}">
                <a16:creationId xmlns:a16="http://schemas.microsoft.com/office/drawing/2014/main" id="{072C1394-538A-4BCF-9224-0784E0A048B3}"/>
              </a:ext>
            </a:extLst>
          </p:cNvPr>
          <p:cNvSpPr>
            <a:spLocks xmlns:a="http://schemas.openxmlformats.org/drawingml/2006/main" noGrp="1"/>
          </p:cNvSpPr>
          <p:nvPr/>
        </p:nvSpPr>
        <p:spPr>
          <a:xfrm xmlns:a="http://schemas.openxmlformats.org/drawingml/2006/main">
            <a:off x="3275856" y="548680"/>
            <a:ext cx="5328592" cy="0"/>
          </a:xfrm>
          <a:prstGeom xmlns:a="http://schemas.openxmlformats.org/drawingml/2006/main" prst="line">
            <a:avLst/>
          </a:prstGeom>
          <a:ln xmlns:a="http://schemas.openxmlformats.org/drawingml/2006/main" w="28575">
            <a:solidFill>
              <a:srgbClr val="3B5AA8"/>
            </a:solidFill>
          </a:ln>
        </p:spPr>
        <p:style>
          <a:lnRef xmlns:a="http://schemas.openxmlformats.org/drawingml/2006/main" idx="1">
            <a:schemeClr val="accent4"/>
          </a:lnRef>
          <a:fillRef xmlns:a="http://schemas.openxmlformats.org/drawingml/2006/main" idx="0">
            <a:schemeClr val="accent4"/>
          </a:fillRef>
          <a:effectRef xmlns:a="http://schemas.openxmlformats.org/drawingml/2006/main" idx="0">
            <a:schemeClr val="accent4"/>
          </a:effectRef>
          <a:fontRef xmlns:a="http://schemas.openxmlformats.org/drawingml/2006/main" idx="minor">
            <a:schemeClr val="tx1"/>
          </a:fontRef>
        </p:style>
        <p:txBody>
          <a:bodyPr xmlns:a="http://schemas.openxmlformats.org/drawingml/2006/main"/>
          <a:lstStyle xmlns:a="http://schemas.openxmlformats.org/drawingml/2006/main"/>
          <a:p xmlns:a="http://schemas.openxmlformats.org/drawingml/2006/main">
            <a:pPr eaLnBrk="0" latinLnBrk="0">
              <a:buNone/>
            </a:pPr>
            <a:endParaRPr lang="ko-KR"/>
          </a:p>
        </p:txBody>
      </p:sp>
      <p:sp>
        <p:nvSpPr>
          <p:cNvPr id="27" name="제목 12">
            <a:extLst xmlns:a="http://schemas.openxmlformats.org/drawingml/2006/main">
              <a:ext uri="{FF2B5EF4-FFF2-40B4-BE49-F238E27FC236}">
                <a16:creationId xmlns:a16="http://schemas.microsoft.com/office/drawing/2014/main" id="{99D20B54-FBA0-40C2-B7F4-249D25DD9104}"/>
              </a:ext>
            </a:extLst>
          </p:cNvPr>
          <p:cNvSpPr>
            <a:spLocks xmlns:a="http://schemas.openxmlformats.org/drawingml/2006/main" noGrp="1"/>
          </p:cNvSpPr>
          <p:nvPr/>
        </p:nvSpPr>
        <p:spPr>
          <a:xfrm xmlns:a="http://schemas.openxmlformats.org/drawingml/2006/main">
            <a:off x="323528" y="692696"/>
            <a:ext cx="2880320" cy="296631"/>
          </a:xfrm>
          <a:prstGeom xmlns:a="http://schemas.openxmlformats.org/drawingml/2006/main" prst="rect">
            <a:avLst/>
          </a:prstGeom>
        </p:spPr>
        <p:txBody>
          <a:bodyPr xmlns:a="http://schemas.openxmlformats.org/drawingml/2006/main" vert="horz" lIns="91440" tIns="45720" rIns="91440" bIns="45720" anchor="t">
            <a:noAutofit/>
          </a:bodyPr>
          <a:lstStyle xmlns:a="http://schemas.openxmlformats.org/drawingml/2006/main"/>
          <a:p xmlns:a="http://schemas.openxmlformats.org/drawingml/2006/main">
            <a:pPr marL="0" marR="0" lvl="0" indent="0" algn="l" defTabSz="914400" eaLnBrk="0" latinLnBrk="0">
              <a:lnSpc>
                <a:spcPct val="100000"/>
              </a:lnSpc>
              <a:spcBef>
                <a:spcPct val="0"/>
              </a:spcBef>
              <a:spcAft>
                <a:spcPts val="0"/>
              </a:spcAft>
              <a:buClrTx/>
              <a:buSzTx/>
              <a:buFontTx/>
              <a:buNone/>
              <a:defRPr sz="1700" b="1" lang="ko-KR">
                <a:solidFill>
                  <a:srgbClr val="FFFFFF"/>
                </a:solidFill>
                <a:latin typeface="맑은 고딕"/>
                <a:ea typeface="맑은 고딕"/>
                <a:cs typeface="맑은 고딕"/>
              </a:defRPr>
            </a:pPr>
            <a:r>
              <a:rPr sz="1700" b="1" i="0" u="none" cap="none" spc="0" lang="ko-KR">
                <a:ln>
                  <a:noFill/>
                </a:ln>
                <a:solidFill>
                  <a:srgbClr val="FFFFFF"/>
                </a:solidFill>
                <a:latin typeface="맑은 고딕"/>
                <a:ea typeface="맑은 고딕"/>
                <a:cs typeface="맑은 고딕"/>
              </a:rPr>
              <a:t>보조 기능</a:t>
            </a:r>
            <a:endParaRPr sz="1700" b="0" i="0" u="none" kern="1200" cap="none" spc="-50" baseline="0" lang="ko-KR">
              <a:ln>
                <a:noFill/>
              </a:ln>
              <a:solidFill>
                <a:schemeClr val="bg1"/>
              </a:solidFill>
              <a:latin typeface="+mn-ea"/>
              <a:ea typeface="+mn-ea"/>
              <a:cs typeface="+mn-ea"/>
            </a:endParaRPr>
          </a:p>
        </p:txBody>
      </p:sp>
      <p:pic>
        <p:nvPicPr>
          <p:cNvPr id="125" name="Picture 2"/>
          <p:cNvPicPr>
            <a:picLocks xmlns:a="http://schemas.openxmlformats.org/drawingml/2006/main" noChangeAspect="1"/>
          </p:cNvPicPr>
          <p:nvPr/>
        </p:nvPicPr>
        <p:blipFill>
          <a:blip xmlns:r="http://schemas.openxmlformats.org/officeDocument/2006/relationships" xmlns:a="http://schemas.openxmlformats.org/drawingml/2006/main" r:embed="R5c93df9ac4e341dd"/>
          <a:srcRect xmlns:a="http://schemas.openxmlformats.org/drawingml/2006/main" l="0" t="0" r="0" b="0"/>
          <a:stretch xmlns:a="http://schemas.openxmlformats.org/drawingml/2006/main">
            <a:fillRect l="0" t="0" r="0" b="0"/>
          </a:stretch>
        </p:blipFill>
        <p:spPr>
          <a:xfrm xmlns:a="http://schemas.openxmlformats.org/drawingml/2006/main">
            <a:off x="8676456" y="476671"/>
            <a:ext cx="454960" cy="158965"/>
          </a:xfrm>
          <a:prstGeom xmlns:a="http://schemas.openxmlformats.org/drawingml/2006/main" prst="rect">
            <a:avLst/>
          </a:prstGeom>
          <a:ln xmlns:a="http://schemas.openxmlformats.org/drawingml/2006/main" w="9525">
            <a:noFill/>
            <a:miter/>
          </a:ln>
        </p:spPr>
      </p:pic>
      <p:sp>
        <p:nvSpPr>
          <p:cNvPr id="32" name="막힌 원호 31">
            <a:extLst xmlns:a="http://schemas.openxmlformats.org/drawingml/2006/main">
              <a:ext uri="{FF2B5EF4-FFF2-40B4-BE49-F238E27FC236}">
                <a16:creationId xmlns:a16="http://schemas.microsoft.com/office/drawing/2014/main" id="{9618B776-B49F-4D0C-880D-07488DEBF76A}"/>
              </a:ext>
            </a:extLst>
          </p:cNvPr>
          <p:cNvSpPr>
            <a:spLocks xmlns:a="http://schemas.openxmlformats.org/drawingml/2006/main" noGrp="1"/>
          </p:cNvSpPr>
          <p:nvPr/>
        </p:nvSpPr>
        <p:spPr>
          <a:xfrm xmlns:a="http://schemas.openxmlformats.org/drawingml/2006/main" flipV="1">
            <a:off x="-577697" y="-576001"/>
            <a:ext cx="1181047" cy="1167213"/>
          </a:xfrm>
          <a:prstGeom xmlns:a="http://schemas.openxmlformats.org/drawingml/2006/main" prst="blockArc">
            <a:avLst>
              <a:gd name="adj1" fmla="val 16158679"/>
              <a:gd name="adj2" fmla="val 0"/>
              <a:gd name="adj3" fmla="val 25000"/>
            </a:avLst>
          </a:prstGeom>
          <a:solidFill xmlns:a="http://schemas.openxmlformats.org/drawingml/2006/main">
            <a:schemeClr val="bg1"/>
          </a:solidFill>
          <a:ln xmlns:a="http://schemas.openxmlformats.org/drawingml/2006/main">
            <a:solidFill>
              <a:schemeClr val="bg1"/>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eaLnBrk="0" latinLnBrk="0">
              <a:buNone/>
            </a:pPr>
            <a:endParaRPr lang="ko-KR">
              <a:solidFill>
                <a:schemeClr val="tx1"/>
              </a:solidFill>
            </a:endParaRPr>
          </a:p>
        </p:txBody>
      </p:sp>
      <p:sp>
        <p:nvSpPr>
          <p:cNvPr id="87" name="직사각형 86">
            <a:extLst xmlns:a="http://schemas.openxmlformats.org/drawingml/2006/main">
              <a:ext uri="{FF2B5EF4-FFF2-40B4-BE49-F238E27FC236}">
                <a16:creationId xmlns:a16="http://schemas.microsoft.com/office/drawing/2014/main" id="{4EC6B063-9A88-44E0-9FF3-09B7ABEEC42F}"/>
              </a:ext>
            </a:extLst>
          </p:cNvPr>
          <p:cNvSpPr>
            <a:spLocks xmlns:a="http://schemas.openxmlformats.org/drawingml/2006/main" noGrp="1"/>
          </p:cNvSpPr>
          <p:nvPr/>
        </p:nvSpPr>
        <p:spPr>
          <a:xfrm xmlns:a="http://schemas.openxmlformats.org/drawingml/2006/main">
            <a:off x="400050" y="1238250"/>
            <a:ext cx="83248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eaLnBrk="0" latinLnBrk="0">
              <a:lnSpc>
                <a:spcPct val="125000"/>
              </a:lnSpc>
              <a:buNone/>
              <a:defRPr sz="2100" b="1" lang="ko-KR">
                <a:solidFill>
                  <a:srgbClr val="24292F"/>
                </a:solidFill>
                <a:latin typeface="맑은 고딕"/>
                <a:ea typeface="맑은 고딕"/>
                <a:cs typeface="맑은 고딕"/>
              </a:defRPr>
            </a:pPr>
            <a:r>
              <a:rPr sz="2100" b="1" lang="ko-KR">
                <a:solidFill>
                  <a:srgbClr val="24292F"/>
                </a:solidFill>
                <a:latin typeface="맑은 고딕"/>
                <a:ea typeface="맑은 고딕"/>
                <a:cs typeface="맑은 고딕"/>
              </a:rPr>
              <a:t>실행을 돕는 기록과 장기 목표</a:t>
            </a:r>
          </a:p>
        </p:txBody>
      </p:sp>
      <p:sp>
        <p:nvSpPr>
          <p:cNvPr id="88" name="직사각형 87">
            <a:extLst xmlns:a="http://schemas.openxmlformats.org/drawingml/2006/main">
              <a:ext uri="{FF2B5EF4-FFF2-40B4-BE49-F238E27FC236}">
                <a16:creationId xmlns:a16="http://schemas.microsoft.com/office/drawing/2014/main" id="{5E3D4E5C-70D1-4718-8244-7FC83D0F8529}"/>
              </a:ext>
            </a:extLst>
          </p:cNvPr>
          <p:cNvSpPr>
            <a:spLocks xmlns:a="http://schemas.openxmlformats.org/drawingml/2006/main" noGrp="1"/>
          </p:cNvSpPr>
          <p:nvPr/>
        </p:nvSpPr>
        <p:spPr>
          <a:xfrm xmlns:a="http://schemas.openxmlformats.org/drawingml/2006/main">
            <a:off x="419100" y="6524625"/>
            <a:ext cx="69532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eaLnBrk="0" latinLnBrk="0">
              <a:buNone/>
              <a:defRPr sz="900" b="0" lang="ko-KR">
                <a:solidFill>
                  <a:srgbClr val="5B6570"/>
                </a:solidFill>
                <a:latin typeface="맑은 고딕"/>
                <a:ea typeface="맑은 고딕"/>
                <a:cs typeface="맑은 고딕"/>
              </a:defRPr>
            </a:pPr>
            <a:r>
              <a:rPr sz="900" b="0" lang="ko-KR">
                <a:solidFill>
                  <a:srgbClr val="5B6570"/>
                </a:solidFill>
                <a:latin typeface="맑은 고딕"/>
                <a:ea typeface="맑은 고딕"/>
                <a:cs typeface="맑은 고딕"/>
              </a:rPr>
              <a:t>보조 기능 / 실제 UI, 시연용 예시 데이터</a:t>
            </a:r>
          </a:p>
        </p:txBody>
      </p:sp>
      <p:sp>
        <p:nvSpPr>
          <p:cNvPr id="89" name="직사각형 88">
            <a:extLst xmlns:a="http://schemas.openxmlformats.org/drawingml/2006/main">
              <a:ext uri="{FF2B5EF4-FFF2-40B4-BE49-F238E27FC236}">
                <a16:creationId xmlns:a16="http://schemas.microsoft.com/office/drawing/2014/main" id="{A7E6031E-9598-4DC1-BFD8-20273EF04C44}"/>
              </a:ext>
            </a:extLst>
          </p:cNvPr>
          <p:cNvSpPr>
            <a:spLocks xmlns:a="http://schemas.openxmlformats.org/drawingml/2006/main" noGrp="1"/>
          </p:cNvSpPr>
          <p:nvPr/>
        </p:nvSpPr>
        <p:spPr>
          <a:xfrm xmlns:a="http://schemas.openxmlformats.org/drawingml/2006/main">
            <a:off x="8334375" y="6524625"/>
            <a:ext cx="4000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eaLnBrk="0" latinLnBrk="0">
              <a:buNone/>
              <a:defRPr sz="900" b="0" lang="ko-KR">
                <a:solidFill>
                  <a:srgbClr val="5B6570"/>
                </a:solidFill>
                <a:latin typeface="맑은 고딕"/>
                <a:ea typeface="맑은 고딕"/>
                <a:cs typeface="맑은 고딕"/>
              </a:defRPr>
            </a:pPr>
            <a:r>
              <a:rPr sz="900" b="0" lang="ko-KR">
                <a:solidFill>
                  <a:srgbClr val="5B6570"/>
                </a:solidFill>
                <a:latin typeface="맑은 고딕"/>
                <a:ea typeface="맑은 고딕"/>
                <a:cs typeface="맑은 고딕"/>
              </a:rPr>
              <a:t>12</a:t>
            </a:r>
          </a:p>
        </p:txBody>
      </p:sp>
      <p:sp>
        <p:nvSpPr>
          <p:cNvPr id="112" name="">
            <a:extLst xmlns:a="http://schemas.openxmlformats.org/drawingml/2006/main">
              <a:ext uri="{FF2B5EF4-FFF2-40B4-BE49-F238E27FC236}">
                <a16:creationId xmlns:a16="http://schemas.microsoft.com/office/drawing/2014/main" id="{DAD79C88-0EFC-4F04-8E65-5183CE6EE1CD}"/>
              </a:ext>
            </a:extLst>
          </p:cNvPr>
          <p:cNvSpPr>
            <a:spLocks xmlns:a="http://schemas.openxmlformats.org/drawingml/2006/main" noGrp="1"/>
          </p:cNvSpPr>
          <p:nvPr/>
        </p:nvSpPr>
        <p:spPr>
          <a:xfrm xmlns:a="http://schemas.openxmlformats.org/drawingml/2006/main">
            <a:off x="419100" y="1838325"/>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eaLnBrk="0" latinLnBrk="0">
              <a:lnSpc>
                <a:spcPct val="123000"/>
              </a:lnSpc>
              <a:buNone/>
              <a:defRPr sz="1650" b="1" lang="ko-KR">
                <a:solidFill>
                  <a:srgbClr val="3B5AA8"/>
                </a:solidFill>
                <a:latin typeface="맑은 고딕"/>
                <a:ea typeface="맑은 고딕"/>
                <a:cs typeface="맑은 고딕"/>
              </a:defRPr>
            </a:pPr>
            <a:r>
              <a:rPr sz="1650" b="1" lang="ko-KR">
                <a:solidFill>
                  <a:srgbClr val="3B5AA8"/>
                </a:solidFill>
                <a:latin typeface="맑은 고딕"/>
                <a:ea typeface="맑은 고딕"/>
                <a:cs typeface="맑은 고딕"/>
              </a:rPr>
              <a:t>인박스</a:t>
            </a:r>
          </a:p>
        </p:txBody>
      </p:sp>
      <p:pic>
        <p:nvPicPr>
          <p:cNvPr id="131" name=""/>
          <p:cNvPicPr>
            <a:picLocks xmlns:a="http://schemas.openxmlformats.org/drawingml/2006/main" noChangeAspect="1"/>
          </p:cNvPicPr>
          <p:nvPr/>
        </p:nvPicPr>
        <p:blipFill>
          <a:blip xmlns:r="http://schemas.openxmlformats.org/officeDocument/2006/relationships" xmlns:a="http://schemas.openxmlformats.org/drawingml/2006/main" r:embed="Re4608f92410143c6"/>
          <a:stretch xmlns:a="http://schemas.openxmlformats.org/drawingml/2006/main"/>
        </p:blipFill>
        <p:spPr>
          <a:xfrm xmlns:a="http://schemas.openxmlformats.org/drawingml/2006/main">
            <a:off x="887064" y="2219325"/>
            <a:ext cx="1540477" cy="3333750"/>
          </a:xfrm>
          <a:prstGeom xmlns:a="http://schemas.openxmlformats.org/drawingml/2006/main" prst="rect">
            <a:avLst/>
          </a:prstGeom>
        </p:spPr>
      </p:pic>
      <p:sp>
        <p:nvSpPr>
          <p:cNvPr id="114" name="">
            <a:extLst xmlns:a="http://schemas.openxmlformats.org/drawingml/2006/main">
              <a:ext uri="{FF2B5EF4-FFF2-40B4-BE49-F238E27FC236}">
                <a16:creationId xmlns:a16="http://schemas.microsoft.com/office/drawing/2014/main" id="{3A92F018-6F9F-4CDB-86B7-701A299D53ED}"/>
              </a:ext>
            </a:extLst>
          </p:cNvPr>
          <p:cNvSpPr>
            <a:spLocks xmlns:a="http://schemas.openxmlformats.org/drawingml/2006/main" noGrp="1"/>
          </p:cNvSpPr>
          <p:nvPr/>
        </p:nvSpPr>
        <p:spPr>
          <a:xfrm xmlns:a="http://schemas.openxmlformats.org/drawingml/2006/main">
            <a:off x="419100" y="5667375"/>
            <a:ext cx="2476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eaLnBrk="0" latinLnBrk="0">
              <a:lnSpc>
                <a:spcPct val="123000"/>
              </a:lnSpc>
              <a:buNone/>
              <a:defRPr sz="1313" b="0" lang="ko-KR">
                <a:solidFill>
                  <a:srgbClr val="24292F"/>
                </a:solidFill>
                <a:latin typeface="맑은 고딕"/>
                <a:ea typeface="맑은 고딕"/>
                <a:cs typeface="맑은 고딕"/>
              </a:defRPr>
            </a:pPr>
            <a:r>
              <a:rPr sz="1313" b="0" lang="ko-KR">
                <a:solidFill>
                  <a:srgbClr val="24292F"/>
                </a:solidFill>
                <a:latin typeface="맑은 고딕"/>
                <a:ea typeface="맑은 고딕"/>
                <a:cs typeface="맑은 고딕"/>
              </a:rPr>
              <a:t>메모와 자료를 먼저 보관한다.</a:t>
            </a:r>
          </a:p>
          <a:p xmlns:a="http://schemas.openxmlformats.org/drawingml/2006/main">
            <a:pPr algn="l" eaLnBrk="0" latinLnBrk="0">
              <a:lnSpc>
                <a:spcPct val="123000"/>
              </a:lnSpc>
              <a:buNone/>
              <a:defRPr sz="1313" b="0" lang="ko-KR">
                <a:solidFill>
                  <a:srgbClr val="24292F"/>
                </a:solidFill>
                <a:latin typeface="맑은 고딕"/>
                <a:ea typeface="맑은 고딕"/>
                <a:cs typeface="맑은 고딕"/>
              </a:defRPr>
            </a:pPr>
            <a:r>
              <a:rPr sz="1313" b="0" lang="ko-KR">
                <a:solidFill>
                  <a:srgbClr val="24292F"/>
                </a:solidFill>
                <a:latin typeface="맑은 고딕"/>
                <a:ea typeface="맑은 고딕"/>
                <a:cs typeface="맑은 고딕"/>
              </a:rPr>
              <a:t>원문을 남긴 채 필요한 내용을</a:t>
            </a:r>
          </a:p>
          <a:p xmlns:a="http://schemas.openxmlformats.org/drawingml/2006/main">
            <a:pPr algn="l" eaLnBrk="0" latinLnBrk="0">
              <a:lnSpc>
                <a:spcPct val="123000"/>
              </a:lnSpc>
              <a:buNone/>
              <a:defRPr sz="1313" b="0" lang="ko-KR">
                <a:solidFill>
                  <a:srgbClr val="24292F"/>
                </a:solidFill>
                <a:latin typeface="맑은 고딕"/>
                <a:ea typeface="맑은 고딕"/>
                <a:cs typeface="맑은 고딕"/>
              </a:defRPr>
            </a:pPr>
            <a:r>
              <a:rPr sz="1313" b="0" lang="ko-KR">
                <a:solidFill>
                  <a:srgbClr val="24292F"/>
                </a:solidFill>
                <a:latin typeface="맑은 고딕"/>
                <a:ea typeface="맑은 고딕"/>
                <a:cs typeface="맑은 고딕"/>
              </a:rPr>
              <a:t>목표나 오늘 할 일로 전환한다.</a:t>
            </a:r>
          </a:p>
        </p:txBody>
      </p:sp>
      <p:sp>
        <p:nvSpPr>
          <p:cNvPr id="115" name="">
            <a:extLst xmlns:a="http://schemas.openxmlformats.org/drawingml/2006/main">
              <a:ext uri="{FF2B5EF4-FFF2-40B4-BE49-F238E27FC236}">
                <a16:creationId xmlns:a16="http://schemas.microsoft.com/office/drawing/2014/main" id="{7A6D84F4-A852-4F2A-ACF3-741E3F09008A}"/>
              </a:ext>
            </a:extLst>
          </p:cNvPr>
          <p:cNvSpPr>
            <a:spLocks xmlns:a="http://schemas.openxmlformats.org/drawingml/2006/main" noGrp="1"/>
          </p:cNvSpPr>
          <p:nvPr/>
        </p:nvSpPr>
        <p:spPr>
          <a:xfrm xmlns:a="http://schemas.openxmlformats.org/drawingml/2006/main">
            <a:off x="3333750" y="1838325"/>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eaLnBrk="0" latinLnBrk="0">
              <a:lnSpc>
                <a:spcPct val="123000"/>
              </a:lnSpc>
              <a:buNone/>
              <a:defRPr sz="1650" b="1" lang="ko-KR">
                <a:solidFill>
                  <a:srgbClr val="3B5AA8"/>
                </a:solidFill>
                <a:latin typeface="맑은 고딕"/>
                <a:ea typeface="맑은 고딕"/>
                <a:cs typeface="맑은 고딕"/>
              </a:defRPr>
            </a:pPr>
            <a:r>
              <a:rPr sz="1650" b="1" lang="ko-KR">
                <a:solidFill>
                  <a:srgbClr val="3B5AA8"/>
                </a:solidFill>
                <a:latin typeface="맑은 고딕"/>
                <a:ea typeface="맑은 고딕"/>
                <a:cs typeface="맑은 고딕"/>
              </a:rPr>
              <a:t>궁극적 목표 인터뷰</a:t>
            </a:r>
          </a:p>
        </p:txBody>
      </p:sp>
      <p:pic>
        <p:nvPicPr>
          <p:cNvPr id="134" name=""/>
          <p:cNvPicPr>
            <a:picLocks xmlns:a="http://schemas.openxmlformats.org/drawingml/2006/main" noChangeAspect="1"/>
          </p:cNvPicPr>
          <p:nvPr/>
        </p:nvPicPr>
        <p:blipFill>
          <a:blip xmlns:r="http://schemas.openxmlformats.org/officeDocument/2006/relationships" xmlns:a="http://schemas.openxmlformats.org/drawingml/2006/main" r:embed="Racc62fbfeaaf4d22"/>
          <a:stretch xmlns:a="http://schemas.openxmlformats.org/drawingml/2006/main"/>
        </p:blipFill>
        <p:spPr>
          <a:xfrm xmlns:a="http://schemas.openxmlformats.org/drawingml/2006/main">
            <a:off x="3801714" y="2219325"/>
            <a:ext cx="1540477" cy="3333750"/>
          </a:xfrm>
          <a:prstGeom xmlns:a="http://schemas.openxmlformats.org/drawingml/2006/main" prst="rect">
            <a:avLst/>
          </a:prstGeom>
        </p:spPr>
      </p:pic>
      <p:sp>
        <p:nvSpPr>
          <p:cNvPr id="117" name="">
            <a:extLst xmlns:a="http://schemas.openxmlformats.org/drawingml/2006/main">
              <a:ext uri="{FF2B5EF4-FFF2-40B4-BE49-F238E27FC236}">
                <a16:creationId xmlns:a16="http://schemas.microsoft.com/office/drawing/2014/main" id="{0FAF6744-E28C-45A0-82CB-7A60ACD442AF}"/>
              </a:ext>
            </a:extLst>
          </p:cNvPr>
          <p:cNvSpPr>
            <a:spLocks xmlns:a="http://schemas.openxmlformats.org/drawingml/2006/main" noGrp="1"/>
          </p:cNvSpPr>
          <p:nvPr/>
        </p:nvSpPr>
        <p:spPr>
          <a:xfrm xmlns:a="http://schemas.openxmlformats.org/drawingml/2006/main">
            <a:off x="3333750" y="5667375"/>
            <a:ext cx="2476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eaLnBrk="0" latinLnBrk="0">
              <a:lnSpc>
                <a:spcPct val="123000"/>
              </a:lnSpc>
              <a:buNone/>
              <a:defRPr sz="1313" b="0" lang="ko-KR">
                <a:solidFill>
                  <a:srgbClr val="24292F"/>
                </a:solidFill>
                <a:latin typeface="맑은 고딕"/>
                <a:ea typeface="맑은 고딕"/>
                <a:cs typeface="맑은 고딕"/>
              </a:defRPr>
            </a:pPr>
            <a:r>
              <a:rPr sz="1313" b="0" lang="ko-KR">
                <a:solidFill>
                  <a:srgbClr val="24292F"/>
                </a:solidFill>
                <a:latin typeface="맑은 고딕"/>
                <a:ea typeface="맑은 고딕"/>
                <a:cs typeface="맑은 고딕"/>
              </a:rPr>
              <a:t>질문에 답하며 오래 가져갈</a:t>
            </a:r>
          </a:p>
          <a:p xmlns:a="http://schemas.openxmlformats.org/drawingml/2006/main">
            <a:pPr algn="l" eaLnBrk="0" latinLnBrk="0">
              <a:lnSpc>
                <a:spcPct val="123000"/>
              </a:lnSpc>
              <a:buNone/>
              <a:defRPr sz="1313" b="0" lang="ko-KR">
                <a:solidFill>
                  <a:srgbClr val="24292F"/>
                </a:solidFill>
                <a:latin typeface="맑은 고딕"/>
                <a:ea typeface="맑은 고딕"/>
                <a:cs typeface="맑은 고딕"/>
              </a:defRPr>
            </a:pPr>
            <a:r>
              <a:rPr sz="1313" b="0" lang="ko-KR">
                <a:solidFill>
                  <a:srgbClr val="24292F"/>
                </a:solidFill>
                <a:latin typeface="맑은 고딕"/>
                <a:ea typeface="맑은 고딕"/>
                <a:cs typeface="맑은 고딕"/>
              </a:rPr>
              <a:t>방향을 정한다. 이번 주 계획의</a:t>
            </a:r>
          </a:p>
          <a:p xmlns:a="http://schemas.openxmlformats.org/drawingml/2006/main">
            <a:pPr algn="l" eaLnBrk="0" latinLnBrk="0">
              <a:lnSpc>
                <a:spcPct val="123000"/>
              </a:lnSpc>
              <a:buNone/>
              <a:defRPr sz="1313" b="0" lang="ko-KR">
                <a:solidFill>
                  <a:srgbClr val="24292F"/>
                </a:solidFill>
                <a:latin typeface="맑은 고딕"/>
                <a:ea typeface="맑은 고딕"/>
                <a:cs typeface="맑은 고딕"/>
              </a:defRPr>
            </a:pPr>
            <a:r>
              <a:rPr sz="1313" b="0" lang="ko-KR">
                <a:solidFill>
                  <a:srgbClr val="24292F"/>
                </a:solidFill>
                <a:latin typeface="맑은 고딕"/>
                <a:ea typeface="맑은 고딕"/>
                <a:cs typeface="맑은 고딕"/>
              </a:rPr>
              <a:t>목표 인터뷰와 구분해 사용한다.</a:t>
            </a:r>
          </a:p>
        </p:txBody>
      </p:sp>
      <p:sp>
        <p:nvSpPr>
          <p:cNvPr id="118" name="">
            <a:extLst xmlns:a="http://schemas.openxmlformats.org/drawingml/2006/main">
              <a:ext uri="{FF2B5EF4-FFF2-40B4-BE49-F238E27FC236}">
                <a16:creationId xmlns:a16="http://schemas.microsoft.com/office/drawing/2014/main" id="{572F31EB-010E-4958-A582-5CF90324C2B3}"/>
              </a:ext>
            </a:extLst>
          </p:cNvPr>
          <p:cNvSpPr>
            <a:spLocks xmlns:a="http://schemas.openxmlformats.org/drawingml/2006/main" noGrp="1"/>
          </p:cNvSpPr>
          <p:nvPr/>
        </p:nvSpPr>
        <p:spPr>
          <a:xfrm xmlns:a="http://schemas.openxmlformats.org/drawingml/2006/main">
            <a:off x="6248400" y="1838325"/>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eaLnBrk="0" latinLnBrk="0">
              <a:lnSpc>
                <a:spcPct val="123000"/>
              </a:lnSpc>
              <a:buNone/>
              <a:defRPr sz="1650" b="1" lang="ko-KR">
                <a:solidFill>
                  <a:srgbClr val="3B5AA8"/>
                </a:solidFill>
                <a:latin typeface="맑은 고딕"/>
                <a:ea typeface="맑은 고딕"/>
                <a:cs typeface="맑은 고딕"/>
              </a:defRPr>
            </a:pPr>
            <a:r>
              <a:rPr sz="1650" b="1" lang="ko-KR">
                <a:solidFill>
                  <a:srgbClr val="3B5AA8"/>
                </a:solidFill>
                <a:latin typeface="맑은 고딕"/>
                <a:ea typeface="맑은 고딕"/>
                <a:cs typeface="맑은 고딕"/>
              </a:rPr>
              <a:t>만다라트</a:t>
            </a:r>
          </a:p>
        </p:txBody>
      </p:sp>
      <p:pic>
        <p:nvPicPr>
          <p:cNvPr id="137" name=""/>
          <p:cNvPicPr>
            <a:picLocks xmlns:a="http://schemas.openxmlformats.org/drawingml/2006/main" noChangeAspect="1"/>
          </p:cNvPicPr>
          <p:nvPr/>
        </p:nvPicPr>
        <p:blipFill>
          <a:blip xmlns:r="http://schemas.openxmlformats.org/officeDocument/2006/relationships" xmlns:a="http://schemas.openxmlformats.org/drawingml/2006/main" r:embed="R57b471383e964d14"/>
          <a:stretch xmlns:a="http://schemas.openxmlformats.org/drawingml/2006/main"/>
        </p:blipFill>
        <p:spPr>
          <a:xfrm xmlns:a="http://schemas.openxmlformats.org/drawingml/2006/main">
            <a:off x="6716364" y="2219325"/>
            <a:ext cx="1540477" cy="3333750"/>
          </a:xfrm>
          <a:prstGeom xmlns:a="http://schemas.openxmlformats.org/drawingml/2006/main" prst="rect">
            <a:avLst/>
          </a:prstGeom>
        </p:spPr>
      </p:pic>
      <p:sp>
        <p:nvSpPr>
          <p:cNvPr id="120" name="">
            <a:extLst xmlns:a="http://schemas.openxmlformats.org/drawingml/2006/main">
              <a:ext uri="{FF2B5EF4-FFF2-40B4-BE49-F238E27FC236}">
                <a16:creationId xmlns:a16="http://schemas.microsoft.com/office/drawing/2014/main" id="{C8B13507-635F-4D9E-908A-81012F50EBA5}"/>
              </a:ext>
            </a:extLst>
          </p:cNvPr>
          <p:cNvSpPr>
            <a:spLocks xmlns:a="http://schemas.openxmlformats.org/drawingml/2006/main" noGrp="1"/>
          </p:cNvSpPr>
          <p:nvPr/>
        </p:nvSpPr>
        <p:spPr>
          <a:xfrm xmlns:a="http://schemas.openxmlformats.org/drawingml/2006/main">
            <a:off x="6248400" y="5667375"/>
            <a:ext cx="2476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eaLnBrk="0" latinLnBrk="0">
              <a:lnSpc>
                <a:spcPct val="123000"/>
              </a:lnSpc>
              <a:buNone/>
              <a:defRPr sz="1313" b="0" lang="ko-KR">
                <a:solidFill>
                  <a:srgbClr val="24292F"/>
                </a:solidFill>
                <a:latin typeface="맑은 고딕"/>
                <a:ea typeface="맑은 고딕"/>
                <a:cs typeface="맑은 고딕"/>
              </a:defRPr>
            </a:pPr>
            <a:r>
              <a:rPr sz="1313" b="0" lang="ko-KR">
                <a:solidFill>
                  <a:srgbClr val="24292F"/>
                </a:solidFill>
                <a:latin typeface="맑은 고딕"/>
                <a:ea typeface="맑은 고딕"/>
                <a:cs typeface="맑은 고딕"/>
              </a:rPr>
              <a:t>목표를 8개 영역으로 나눈다.</a:t>
            </a:r>
          </a:p>
          <a:p xmlns:a="http://schemas.openxmlformats.org/drawingml/2006/main">
            <a:pPr algn="l" eaLnBrk="0" latinLnBrk="0">
              <a:lnSpc>
                <a:spcPct val="123000"/>
              </a:lnSpc>
              <a:buNone/>
              <a:defRPr sz="1313" b="0" lang="ko-KR">
                <a:solidFill>
                  <a:srgbClr val="24292F"/>
                </a:solidFill>
                <a:latin typeface="맑은 고딕"/>
                <a:ea typeface="맑은 고딕"/>
                <a:cs typeface="맑은 고딕"/>
              </a:defRPr>
            </a:pPr>
            <a:r>
              <a:rPr sz="1313" b="0" lang="ko-KR">
                <a:solidFill>
                  <a:srgbClr val="24292F"/>
                </a:solidFill>
                <a:latin typeface="맑은 고딕"/>
                <a:ea typeface="맑은 고딕"/>
                <a:cs typeface="맑은 고딕"/>
              </a:rPr>
              <a:t>영역별 최대 8개 행동을 정하고</a:t>
            </a:r>
          </a:p>
          <a:p xmlns:a="http://schemas.openxmlformats.org/drawingml/2006/main">
            <a:pPr algn="l" eaLnBrk="0" latinLnBrk="0">
              <a:lnSpc>
                <a:spcPct val="123000"/>
              </a:lnSpc>
              <a:buNone/>
              <a:defRPr sz="1313" b="0" lang="ko-KR">
                <a:solidFill>
                  <a:srgbClr val="24292F"/>
                </a:solidFill>
                <a:latin typeface="맑은 고딕"/>
                <a:ea typeface="맑은 고딕"/>
                <a:cs typeface="맑은 고딕"/>
              </a:defRPr>
            </a:pPr>
            <a:r>
              <a:rPr sz="1313" b="0" lang="ko-KR">
                <a:solidFill>
                  <a:srgbClr val="24292F"/>
                </a:solidFill>
                <a:latin typeface="맑은 고딕"/>
                <a:ea typeface="맑은 고딕"/>
                <a:cs typeface="맑은 고딕"/>
              </a:rPr>
              <a:t>직접 고친 내용은 유지한다.</a:t>
            </a:r>
          </a:p>
        </p:txBody>
      </p:sp>
    </p:spTree>
    <p:extLst>
      <p:ext uri="{BB962C8B-B14F-4D97-AF65-F5344CB8AC3E}">
        <p14:creationId xmlns:p14="http://schemas.microsoft.com/office/powerpoint/2010/main" val="3195766679"/>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4" name="직사각형 23">
            <a:extLst xmlns:a="http://schemas.openxmlformats.org/drawingml/2006/main">
              <a:ext uri="{FF2B5EF4-FFF2-40B4-BE49-F238E27FC236}">
                <a16:creationId xmlns:a16="http://schemas.microsoft.com/office/drawing/2014/main" id="{87FE247D-BCD8-49C9-AB08-42C204606102}"/>
              </a:ext>
            </a:extLst>
          </p:cNvPr>
          <p:cNvSpPr>
            <a:spLocks xmlns:a="http://schemas.openxmlformats.org/drawingml/2006/main" noGrp="1"/>
          </p:cNvSpPr>
          <p:nvPr/>
        </p:nvSpPr>
        <p:spPr>
          <a:xfrm xmlns:a="http://schemas.openxmlformats.org/drawingml/2006/main">
            <a:off x="107504" y="0"/>
            <a:ext cx="3096344" cy="1124744"/>
          </a:xfrm>
          <a:prstGeom xmlns:a="http://schemas.openxmlformats.org/drawingml/2006/main" prst="rect">
            <a:avLst/>
          </a:prstGeom>
          <a:solidFill xmlns:a="http://schemas.openxmlformats.org/drawingml/2006/main">
            <a:srgbClr val="3B5AA8"/>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eaLnBrk="0" latinLnBrk="0">
              <a:buNone/>
            </a:pPr>
            <a:endParaRPr lang="ko-KR"/>
          </a:p>
        </p:txBody>
      </p:sp>
      <p:sp>
        <p:nvSpPr>
          <p:cNvPr id="25" name="직선 연결선 24">
            <a:extLst xmlns:a="http://schemas.openxmlformats.org/drawingml/2006/main">
              <a:ext uri="{FF2B5EF4-FFF2-40B4-BE49-F238E27FC236}">
                <a16:creationId xmlns:a16="http://schemas.microsoft.com/office/drawing/2014/main" id="{56E72A93-616C-44BF-B205-95E477EF8F6D}"/>
              </a:ext>
            </a:extLst>
          </p:cNvPr>
          <p:cNvSpPr>
            <a:spLocks xmlns:a="http://schemas.openxmlformats.org/drawingml/2006/main" noGrp="1"/>
          </p:cNvSpPr>
          <p:nvPr/>
        </p:nvSpPr>
        <p:spPr>
          <a:xfrm xmlns:a="http://schemas.openxmlformats.org/drawingml/2006/main">
            <a:off x="424356" y="541195"/>
            <a:ext cx="2591728" cy="0"/>
          </a:xfrm>
          <a:prstGeom xmlns:a="http://schemas.openxmlformats.org/drawingml/2006/main" prst="line">
            <a:avLst/>
          </a:prstGeom>
          <a:ln xmlns:a="http://schemas.openxmlformats.org/drawingml/2006/main" w="28575">
            <a:solidFill>
              <a:schemeClr val="bg1">
                <a:lumMod val="95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txBody>
          <a:bodyPr xmlns:a="http://schemas.openxmlformats.org/drawingml/2006/main"/>
          <a:lstStyle xmlns:a="http://schemas.openxmlformats.org/drawingml/2006/main"/>
          <a:p xmlns:a="http://schemas.openxmlformats.org/drawingml/2006/main">
            <a:pPr eaLnBrk="0" latinLnBrk="0">
              <a:buNone/>
            </a:pPr>
            <a:endParaRPr lang="ko-KR"/>
          </a:p>
        </p:txBody>
      </p:sp>
      <p:sp>
        <p:nvSpPr>
          <p:cNvPr id="26" name="직선 연결선 25">
            <a:extLst xmlns:a="http://schemas.openxmlformats.org/drawingml/2006/main">
              <a:ext uri="{FF2B5EF4-FFF2-40B4-BE49-F238E27FC236}">
                <a16:creationId xmlns:a16="http://schemas.microsoft.com/office/drawing/2014/main" id="{072C1394-538A-4BCF-9224-0784E0A048B3}"/>
              </a:ext>
            </a:extLst>
          </p:cNvPr>
          <p:cNvSpPr>
            <a:spLocks xmlns:a="http://schemas.openxmlformats.org/drawingml/2006/main" noGrp="1"/>
          </p:cNvSpPr>
          <p:nvPr/>
        </p:nvSpPr>
        <p:spPr>
          <a:xfrm xmlns:a="http://schemas.openxmlformats.org/drawingml/2006/main">
            <a:off x="3275856" y="548680"/>
            <a:ext cx="5328592" cy="0"/>
          </a:xfrm>
          <a:prstGeom xmlns:a="http://schemas.openxmlformats.org/drawingml/2006/main" prst="line">
            <a:avLst/>
          </a:prstGeom>
          <a:ln xmlns:a="http://schemas.openxmlformats.org/drawingml/2006/main" w="28575">
            <a:solidFill>
              <a:srgbClr val="3B5AA8"/>
            </a:solidFill>
          </a:ln>
        </p:spPr>
        <p:style>
          <a:lnRef xmlns:a="http://schemas.openxmlformats.org/drawingml/2006/main" idx="1">
            <a:schemeClr val="accent4"/>
          </a:lnRef>
          <a:fillRef xmlns:a="http://schemas.openxmlformats.org/drawingml/2006/main" idx="0">
            <a:schemeClr val="accent4"/>
          </a:fillRef>
          <a:effectRef xmlns:a="http://schemas.openxmlformats.org/drawingml/2006/main" idx="0">
            <a:schemeClr val="accent4"/>
          </a:effectRef>
          <a:fontRef xmlns:a="http://schemas.openxmlformats.org/drawingml/2006/main" idx="minor">
            <a:schemeClr val="tx1"/>
          </a:fontRef>
        </p:style>
        <p:txBody>
          <a:bodyPr xmlns:a="http://schemas.openxmlformats.org/drawingml/2006/main"/>
          <a:lstStyle xmlns:a="http://schemas.openxmlformats.org/drawingml/2006/main"/>
          <a:p xmlns:a="http://schemas.openxmlformats.org/drawingml/2006/main">
            <a:pPr eaLnBrk="0" latinLnBrk="0">
              <a:buNone/>
            </a:pPr>
            <a:endParaRPr lang="ko-KR"/>
          </a:p>
        </p:txBody>
      </p:sp>
      <p:sp>
        <p:nvSpPr>
          <p:cNvPr id="27" name="제목 12">
            <a:extLst xmlns:a="http://schemas.openxmlformats.org/drawingml/2006/main">
              <a:ext uri="{FF2B5EF4-FFF2-40B4-BE49-F238E27FC236}">
                <a16:creationId xmlns:a16="http://schemas.microsoft.com/office/drawing/2014/main" id="{99D20B54-FBA0-40C2-B7F4-249D25DD9104}"/>
              </a:ext>
            </a:extLst>
          </p:cNvPr>
          <p:cNvSpPr>
            <a:spLocks xmlns:a="http://schemas.openxmlformats.org/drawingml/2006/main" noGrp="1"/>
          </p:cNvSpPr>
          <p:nvPr/>
        </p:nvSpPr>
        <p:spPr>
          <a:xfrm xmlns:a="http://schemas.openxmlformats.org/drawingml/2006/main">
            <a:off x="323528" y="692696"/>
            <a:ext cx="2880320" cy="296631"/>
          </a:xfrm>
          <a:prstGeom xmlns:a="http://schemas.openxmlformats.org/drawingml/2006/main" prst="rect">
            <a:avLst/>
          </a:prstGeom>
        </p:spPr>
        <p:txBody>
          <a:bodyPr xmlns:a="http://schemas.openxmlformats.org/drawingml/2006/main" vert="horz" lIns="91440" tIns="45720" rIns="91440" bIns="45720" anchor="t">
            <a:noAutofit/>
          </a:bodyPr>
          <a:lstStyle xmlns:a="http://schemas.openxmlformats.org/drawingml/2006/main"/>
          <a:p xmlns:a="http://schemas.openxmlformats.org/drawingml/2006/main">
            <a:pPr marL="0" marR="0" lvl="0" indent="0" algn="l" defTabSz="914400" eaLnBrk="0" latinLnBrk="0">
              <a:lnSpc>
                <a:spcPct val="100000"/>
              </a:lnSpc>
              <a:spcBef>
                <a:spcPct val="0"/>
              </a:spcBef>
              <a:spcAft>
                <a:spcPts val="0"/>
              </a:spcAft>
              <a:buClrTx/>
              <a:buSzTx/>
              <a:buFontTx/>
              <a:buNone/>
              <a:defRPr sz="1700" b="1" lang="ko-KR">
                <a:solidFill>
                  <a:srgbClr val="FFFFFF"/>
                </a:solidFill>
                <a:latin typeface="맑은 고딕"/>
                <a:ea typeface="맑은 고딕"/>
                <a:cs typeface="맑은 고딕"/>
              </a:defRPr>
            </a:pPr>
            <a:r>
              <a:rPr sz="1700" b="1" i="0" u="none" cap="none" spc="0" lang="ko-KR">
                <a:ln>
                  <a:noFill/>
                </a:ln>
                <a:solidFill>
                  <a:srgbClr val="FFFFFF"/>
                </a:solidFill>
                <a:latin typeface="맑은 고딕"/>
                <a:ea typeface="맑은 고딕"/>
                <a:cs typeface="맑은 고딕"/>
              </a:rPr>
              <a:t>프론트엔드 설계</a:t>
            </a:r>
            <a:endParaRPr sz="1700" b="0" i="0" u="none" kern="1200" cap="none" spc="-50" baseline="0" lang="ko-KR">
              <a:ln>
                <a:noFill/>
              </a:ln>
              <a:solidFill>
                <a:schemeClr val="bg1"/>
              </a:solidFill>
              <a:latin typeface="+mn-ea"/>
              <a:ea typeface="+mn-ea"/>
              <a:cs typeface="+mn-ea"/>
            </a:endParaRPr>
          </a:p>
        </p:txBody>
      </p:sp>
      <p:pic>
        <p:nvPicPr>
          <p:cNvPr id="140" name="Picture 2"/>
          <p:cNvPicPr>
            <a:picLocks xmlns:a="http://schemas.openxmlformats.org/drawingml/2006/main" noChangeAspect="1"/>
          </p:cNvPicPr>
          <p:nvPr/>
        </p:nvPicPr>
        <p:blipFill>
          <a:blip xmlns:r="http://schemas.openxmlformats.org/officeDocument/2006/relationships" xmlns:a="http://schemas.openxmlformats.org/drawingml/2006/main" r:embed="R15fcc9a08c0547d0"/>
          <a:srcRect xmlns:a="http://schemas.openxmlformats.org/drawingml/2006/main" l="0" t="0" r="0" b="0"/>
          <a:stretch xmlns:a="http://schemas.openxmlformats.org/drawingml/2006/main">
            <a:fillRect l="0" t="0" r="0" b="0"/>
          </a:stretch>
        </p:blipFill>
        <p:spPr>
          <a:xfrm xmlns:a="http://schemas.openxmlformats.org/drawingml/2006/main">
            <a:off x="8676456" y="476671"/>
            <a:ext cx="454960" cy="158965"/>
          </a:xfrm>
          <a:prstGeom xmlns:a="http://schemas.openxmlformats.org/drawingml/2006/main" prst="rect">
            <a:avLst/>
          </a:prstGeom>
          <a:ln xmlns:a="http://schemas.openxmlformats.org/drawingml/2006/main" w="9525">
            <a:noFill/>
            <a:miter/>
          </a:ln>
        </p:spPr>
      </p:pic>
      <p:sp>
        <p:nvSpPr>
          <p:cNvPr id="32" name="막힌 원호 31">
            <a:extLst xmlns:a="http://schemas.openxmlformats.org/drawingml/2006/main">
              <a:ext uri="{FF2B5EF4-FFF2-40B4-BE49-F238E27FC236}">
                <a16:creationId xmlns:a16="http://schemas.microsoft.com/office/drawing/2014/main" id="{9618B776-B49F-4D0C-880D-07488DEBF76A}"/>
              </a:ext>
            </a:extLst>
          </p:cNvPr>
          <p:cNvSpPr>
            <a:spLocks xmlns:a="http://schemas.openxmlformats.org/drawingml/2006/main" noGrp="1"/>
          </p:cNvSpPr>
          <p:nvPr/>
        </p:nvSpPr>
        <p:spPr>
          <a:xfrm xmlns:a="http://schemas.openxmlformats.org/drawingml/2006/main" flipV="1">
            <a:off x="-577697" y="-576001"/>
            <a:ext cx="1181047" cy="1167213"/>
          </a:xfrm>
          <a:prstGeom xmlns:a="http://schemas.openxmlformats.org/drawingml/2006/main" prst="blockArc">
            <a:avLst>
              <a:gd name="adj1" fmla="val 16158679"/>
              <a:gd name="adj2" fmla="val 0"/>
              <a:gd name="adj3" fmla="val 25000"/>
            </a:avLst>
          </a:prstGeom>
          <a:solidFill xmlns:a="http://schemas.openxmlformats.org/drawingml/2006/main">
            <a:schemeClr val="bg1"/>
          </a:solidFill>
          <a:ln xmlns:a="http://schemas.openxmlformats.org/drawingml/2006/main">
            <a:solidFill>
              <a:schemeClr val="bg1"/>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eaLnBrk="0" latinLnBrk="0">
              <a:buNone/>
            </a:pPr>
            <a:endParaRPr lang="ko-KR">
              <a:solidFill>
                <a:schemeClr val="tx1"/>
              </a:solidFill>
            </a:endParaRPr>
          </a:p>
        </p:txBody>
      </p:sp>
      <p:sp>
        <p:nvSpPr>
          <p:cNvPr id="87" name="직사각형 86">
            <a:extLst xmlns:a="http://schemas.openxmlformats.org/drawingml/2006/main">
              <a:ext uri="{FF2B5EF4-FFF2-40B4-BE49-F238E27FC236}">
                <a16:creationId xmlns:a16="http://schemas.microsoft.com/office/drawing/2014/main" id="{9EB52429-89D2-42F7-92B5-2F10CE0D2A80}"/>
              </a:ext>
            </a:extLst>
          </p:cNvPr>
          <p:cNvSpPr>
            <a:spLocks xmlns:a="http://schemas.openxmlformats.org/drawingml/2006/main" noGrp="1"/>
          </p:cNvSpPr>
          <p:nvPr/>
        </p:nvSpPr>
        <p:spPr>
          <a:xfrm xmlns:a="http://schemas.openxmlformats.org/drawingml/2006/main">
            <a:off x="400050" y="1238250"/>
            <a:ext cx="83248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eaLnBrk="0" latinLnBrk="0">
              <a:lnSpc>
                <a:spcPct val="125000"/>
              </a:lnSpc>
              <a:buNone/>
              <a:defRPr sz="2100" b="1" lang="ko-KR">
                <a:solidFill>
                  <a:srgbClr val="24292F"/>
                </a:solidFill>
                <a:latin typeface="맑은 고딕"/>
                <a:ea typeface="맑은 고딕"/>
                <a:cs typeface="맑은 고딕"/>
              </a:defRPr>
            </a:pPr>
            <a:r>
              <a:rPr sz="2100" b="1" lang="ko-KR">
                <a:solidFill>
                  <a:srgbClr val="24292F"/>
                </a:solidFill>
                <a:latin typeface="맑은 고딕"/>
                <a:ea typeface="맑은 고딕"/>
                <a:cs typeface="맑은 고딕"/>
              </a:rPr>
              <a:t>회복 선택부터 승인까지의 화면 처리</a:t>
            </a:r>
          </a:p>
        </p:txBody>
      </p:sp>
      <p:sp>
        <p:nvSpPr>
          <p:cNvPr id="88" name="직사각형 87">
            <a:extLst xmlns:a="http://schemas.openxmlformats.org/drawingml/2006/main">
              <a:ext uri="{FF2B5EF4-FFF2-40B4-BE49-F238E27FC236}">
                <a16:creationId xmlns:a16="http://schemas.microsoft.com/office/drawing/2014/main" id="{F156CEF2-7B92-45B5-96B9-4294C606B9D6}"/>
              </a:ext>
            </a:extLst>
          </p:cNvPr>
          <p:cNvSpPr>
            <a:spLocks xmlns:a="http://schemas.openxmlformats.org/drawingml/2006/main" noGrp="1"/>
          </p:cNvSpPr>
          <p:nvPr/>
        </p:nvSpPr>
        <p:spPr>
          <a:xfrm xmlns:a="http://schemas.openxmlformats.org/drawingml/2006/main">
            <a:off x="419100" y="6524625"/>
            <a:ext cx="69532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eaLnBrk="0" latinLnBrk="0">
              <a:buNone/>
              <a:defRPr sz="900" b="0" lang="ko-KR">
                <a:solidFill>
                  <a:srgbClr val="5B6570"/>
                </a:solidFill>
                <a:latin typeface="맑은 고딕"/>
                <a:ea typeface="맑은 고딕"/>
                <a:cs typeface="맑은 고딕"/>
              </a:defRPr>
            </a:pPr>
            <a:r>
              <a:rPr sz="900" b="0" lang="ko-KR">
                <a:solidFill>
                  <a:srgbClr val="5B6570"/>
                </a:solidFill>
                <a:latin typeface="맑은 고딕"/>
                <a:ea typeface="맑은 고딕"/>
                <a:cs typeface="맑은 고딕"/>
              </a:rPr>
              <a:t>RE:ACTION  /  제작설계서</a:t>
            </a:r>
          </a:p>
        </p:txBody>
      </p:sp>
      <p:sp>
        <p:nvSpPr>
          <p:cNvPr id="89" name="직사각형 88">
            <a:extLst xmlns:a="http://schemas.openxmlformats.org/drawingml/2006/main">
              <a:ext uri="{FF2B5EF4-FFF2-40B4-BE49-F238E27FC236}">
                <a16:creationId xmlns:a16="http://schemas.microsoft.com/office/drawing/2014/main" id="{75DE86DD-2929-4843-A1B2-44EF531DF163}"/>
              </a:ext>
            </a:extLst>
          </p:cNvPr>
          <p:cNvSpPr>
            <a:spLocks xmlns:a="http://schemas.openxmlformats.org/drawingml/2006/main" noGrp="1"/>
          </p:cNvSpPr>
          <p:nvPr/>
        </p:nvSpPr>
        <p:spPr>
          <a:xfrm xmlns:a="http://schemas.openxmlformats.org/drawingml/2006/main">
            <a:off x="8334375" y="6524625"/>
            <a:ext cx="4000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eaLnBrk="0" latinLnBrk="0">
              <a:buNone/>
              <a:defRPr sz="900" b="0" lang="ko-KR">
                <a:solidFill>
                  <a:srgbClr val="5B6570"/>
                </a:solidFill>
                <a:latin typeface="맑은 고딕"/>
                <a:ea typeface="맑은 고딕"/>
                <a:cs typeface="맑은 고딕"/>
              </a:defRPr>
            </a:pPr>
            <a:r>
              <a:rPr sz="900" b="0" lang="ko-KR">
                <a:solidFill>
                  <a:srgbClr val="5B6570"/>
                </a:solidFill>
                <a:latin typeface="맑은 고딕"/>
                <a:ea typeface="맑은 고딕"/>
                <a:cs typeface="맑은 고딕"/>
              </a:rPr>
              <a:t>13</a:t>
            </a:r>
          </a:p>
        </p:txBody>
      </p:sp>
      <p:sp>
        <p:nvSpPr>
          <p:cNvPr id="90" name="직사각형 89">
            <a:extLst xmlns:a="http://schemas.openxmlformats.org/drawingml/2006/main">
              <a:ext uri="{FF2B5EF4-FFF2-40B4-BE49-F238E27FC236}">
                <a16:creationId xmlns:a16="http://schemas.microsoft.com/office/drawing/2014/main" id="{B0888E0C-6FFF-47AD-B76B-51195B7E5BC1}"/>
              </a:ext>
            </a:extLst>
          </p:cNvPr>
          <p:cNvSpPr>
            <a:spLocks xmlns:a="http://schemas.openxmlformats.org/drawingml/2006/main" noGrp="1"/>
          </p:cNvSpPr>
          <p:nvPr/>
        </p:nvSpPr>
        <p:spPr>
          <a:xfrm xmlns:a="http://schemas.openxmlformats.org/drawingml/2006/main">
            <a:off x="419100" y="2028825"/>
            <a:ext cx="1885950" cy="590550"/>
          </a:xfrm>
          <a:prstGeom xmlns:a="http://schemas.openxmlformats.org/drawingml/2006/main" prst="rect">
            <a:avLst/>
          </a:prstGeom>
          <a:solidFill xmlns:a="http://schemas.openxmlformats.org/drawingml/2006/main">
            <a:srgbClr val="F1F4FA"/>
          </a:solidFill>
          <a:ln xmlns:a="http://schemas.openxmlformats.org/drawingml/2006/main" w="9525">
            <a:solidFill>
              <a:srgbClr val="3B5AA8"/>
            </a:solidFill>
          </a:ln>
        </p:spPr>
        <p:txBody>
          <a:bodyPr xmlns:a="http://schemas.openxmlformats.org/drawingml/2006/main" wrap="square" lIns="76200" tIns="47625" rIns="76200" bIns="47625" anchor="ctr">
            <a:noAutofit/>
          </a:bodyPr>
          <a:lstStyle xmlns:a="http://schemas.openxmlformats.org/drawingml/2006/main"/>
          <a:p xmlns:a="http://schemas.openxmlformats.org/drawingml/2006/main">
            <a:pPr algn="ctr" eaLnBrk="0" latinLnBrk="0">
              <a:lnSpc>
                <a:spcPct val="116000"/>
              </a:lnSpc>
              <a:buNone/>
              <a:defRPr sz="1725" b="1" lang="ko-KR">
                <a:solidFill>
                  <a:srgbClr val="24292F"/>
                </a:solidFill>
                <a:latin typeface="맑은 고딕"/>
                <a:ea typeface="맑은 고딕"/>
                <a:cs typeface="맑은 고딕"/>
              </a:defRPr>
            </a:pPr>
            <a:r>
              <a:rPr sz="1725" b="1" lang="ko-KR">
                <a:solidFill>
                  <a:srgbClr val="24292F"/>
                </a:solidFill>
                <a:latin typeface="맑은 고딕"/>
                <a:ea typeface="맑은 고딕"/>
                <a:cs typeface="맑은 고딕"/>
              </a:rPr>
              <a:t>회복안 선택</a:t>
            </a:r>
          </a:p>
        </p:txBody>
      </p:sp>
      <p:sp>
        <p:nvSpPr>
          <p:cNvPr id="91" name="직사각형 90">
            <a:extLst xmlns:a="http://schemas.openxmlformats.org/drawingml/2006/main">
              <a:ext uri="{FF2B5EF4-FFF2-40B4-BE49-F238E27FC236}">
                <a16:creationId xmlns:a16="http://schemas.microsoft.com/office/drawing/2014/main" id="{4DFCFCF0-EA65-4674-9595-95E87807FA8D}"/>
              </a:ext>
            </a:extLst>
          </p:cNvPr>
          <p:cNvSpPr>
            <a:spLocks xmlns:a="http://schemas.openxmlformats.org/drawingml/2006/main" noGrp="1"/>
          </p:cNvSpPr>
          <p:nvPr/>
        </p:nvSpPr>
        <p:spPr>
          <a:xfrm xmlns:a="http://schemas.openxmlformats.org/drawingml/2006/main">
            <a:off x="2552700" y="2028825"/>
            <a:ext cx="1885950" cy="590550"/>
          </a:xfrm>
          <a:prstGeom xmlns:a="http://schemas.openxmlformats.org/drawingml/2006/main" prst="rect">
            <a:avLst/>
          </a:prstGeom>
          <a:solidFill xmlns:a="http://schemas.openxmlformats.org/drawingml/2006/main">
            <a:srgbClr val="F1F4FA"/>
          </a:solidFill>
          <a:ln xmlns:a="http://schemas.openxmlformats.org/drawingml/2006/main" w="9525">
            <a:solidFill>
              <a:srgbClr val="3B5AA8"/>
            </a:solidFill>
          </a:ln>
        </p:spPr>
        <p:txBody>
          <a:bodyPr xmlns:a="http://schemas.openxmlformats.org/drawingml/2006/main" wrap="square" lIns="76200" tIns="47625" rIns="76200" bIns="47625" anchor="ctr">
            <a:noAutofit/>
          </a:bodyPr>
          <a:lstStyle xmlns:a="http://schemas.openxmlformats.org/drawingml/2006/main"/>
          <a:p xmlns:a="http://schemas.openxmlformats.org/drawingml/2006/main">
            <a:pPr algn="ctr" eaLnBrk="0" latinLnBrk="0">
              <a:lnSpc>
                <a:spcPct val="116000"/>
              </a:lnSpc>
              <a:buNone/>
              <a:defRPr sz="1725" b="1" lang="ko-KR">
                <a:solidFill>
                  <a:srgbClr val="24292F"/>
                </a:solidFill>
                <a:latin typeface="맑은 고딕"/>
                <a:ea typeface="맑은 고딕"/>
                <a:cs typeface="맑은 고딕"/>
              </a:defRPr>
            </a:pPr>
            <a:r>
              <a:rPr sz="1725" b="1" lang="ko-KR">
                <a:solidFill>
                  <a:srgbClr val="24292F"/>
                </a:solidFill>
                <a:latin typeface="맑은 고딕"/>
                <a:ea typeface="맑은 고딕"/>
                <a:cs typeface="맑은 고딕"/>
              </a:rPr>
              <a:t>변경 전후 조회</a:t>
            </a:r>
          </a:p>
        </p:txBody>
      </p:sp>
      <p:sp>
        <p:nvSpPr>
          <p:cNvPr id="92" name="직사각형 91">
            <a:extLst xmlns:a="http://schemas.openxmlformats.org/drawingml/2006/main">
              <a:ext uri="{FF2B5EF4-FFF2-40B4-BE49-F238E27FC236}">
                <a16:creationId xmlns:a16="http://schemas.microsoft.com/office/drawing/2014/main" id="{5CD2B2B5-CF88-4FF6-BD6E-9A79424B30D7}"/>
              </a:ext>
            </a:extLst>
          </p:cNvPr>
          <p:cNvSpPr>
            <a:spLocks xmlns:a="http://schemas.openxmlformats.org/drawingml/2006/main" noGrp="1"/>
          </p:cNvSpPr>
          <p:nvPr/>
        </p:nvSpPr>
        <p:spPr>
          <a:xfrm xmlns:a="http://schemas.openxmlformats.org/drawingml/2006/main">
            <a:off x="4686300" y="2028825"/>
            <a:ext cx="1885950" cy="590550"/>
          </a:xfrm>
          <a:prstGeom xmlns:a="http://schemas.openxmlformats.org/drawingml/2006/main" prst="rect">
            <a:avLst/>
          </a:prstGeom>
          <a:solidFill xmlns:a="http://schemas.openxmlformats.org/drawingml/2006/main">
            <a:srgbClr val="F1F4FA"/>
          </a:solidFill>
          <a:ln xmlns:a="http://schemas.openxmlformats.org/drawingml/2006/main" w="9525">
            <a:solidFill>
              <a:srgbClr val="3B5AA8"/>
            </a:solidFill>
          </a:ln>
        </p:spPr>
        <p:txBody>
          <a:bodyPr xmlns:a="http://schemas.openxmlformats.org/drawingml/2006/main" wrap="square" lIns="76200" tIns="47625" rIns="76200" bIns="47625" anchor="ctr">
            <a:noAutofit/>
          </a:bodyPr>
          <a:lstStyle xmlns:a="http://schemas.openxmlformats.org/drawingml/2006/main"/>
          <a:p xmlns:a="http://schemas.openxmlformats.org/drawingml/2006/main">
            <a:pPr algn="ctr" eaLnBrk="0" latinLnBrk="0">
              <a:lnSpc>
                <a:spcPct val="116000"/>
              </a:lnSpc>
              <a:buNone/>
              <a:defRPr sz="1725" b="1" lang="ko-KR">
                <a:solidFill>
                  <a:srgbClr val="24292F"/>
                </a:solidFill>
                <a:latin typeface="맑은 고딕"/>
                <a:ea typeface="맑은 고딕"/>
                <a:cs typeface="맑은 고딕"/>
              </a:defRPr>
            </a:pPr>
            <a:r>
              <a:rPr sz="1725" b="1" lang="ko-KR">
                <a:solidFill>
                  <a:srgbClr val="24292F"/>
                </a:solidFill>
                <a:latin typeface="맑은 고딕"/>
                <a:ea typeface="맑은 고딕"/>
                <a:cs typeface="맑은 고딕"/>
              </a:rPr>
              <a:t>사용자 승인</a:t>
            </a:r>
          </a:p>
        </p:txBody>
      </p:sp>
      <p:sp>
        <p:nvSpPr>
          <p:cNvPr id="93" name="직사각형 92">
            <a:extLst xmlns:a="http://schemas.openxmlformats.org/drawingml/2006/main">
              <a:ext uri="{FF2B5EF4-FFF2-40B4-BE49-F238E27FC236}">
                <a16:creationId xmlns:a16="http://schemas.microsoft.com/office/drawing/2014/main" id="{A4A32AA2-42E4-48B4-951C-3C4B71C023E0}"/>
              </a:ext>
            </a:extLst>
          </p:cNvPr>
          <p:cNvSpPr>
            <a:spLocks xmlns:a="http://schemas.openxmlformats.org/drawingml/2006/main" noGrp="1"/>
          </p:cNvSpPr>
          <p:nvPr/>
        </p:nvSpPr>
        <p:spPr>
          <a:xfrm xmlns:a="http://schemas.openxmlformats.org/drawingml/2006/main">
            <a:off x="6819900" y="2028825"/>
            <a:ext cx="1885950" cy="590550"/>
          </a:xfrm>
          <a:prstGeom xmlns:a="http://schemas.openxmlformats.org/drawingml/2006/main" prst="rect">
            <a:avLst/>
          </a:prstGeom>
          <a:solidFill xmlns:a="http://schemas.openxmlformats.org/drawingml/2006/main">
            <a:srgbClr val="F1F4FA"/>
          </a:solidFill>
          <a:ln xmlns:a="http://schemas.openxmlformats.org/drawingml/2006/main" w="9525">
            <a:solidFill>
              <a:srgbClr val="3B5AA8"/>
            </a:solidFill>
          </a:ln>
        </p:spPr>
        <p:txBody>
          <a:bodyPr xmlns:a="http://schemas.openxmlformats.org/drawingml/2006/main" wrap="square" lIns="76200" tIns="47625" rIns="76200" bIns="47625" anchor="ctr">
            <a:noAutofit/>
          </a:bodyPr>
          <a:lstStyle xmlns:a="http://schemas.openxmlformats.org/drawingml/2006/main"/>
          <a:p xmlns:a="http://schemas.openxmlformats.org/drawingml/2006/main">
            <a:pPr algn="ctr" eaLnBrk="0" latinLnBrk="0">
              <a:lnSpc>
                <a:spcPct val="116000"/>
              </a:lnSpc>
              <a:buNone/>
              <a:defRPr sz="1725" b="1" lang="ko-KR">
                <a:solidFill>
                  <a:srgbClr val="24292F"/>
                </a:solidFill>
                <a:latin typeface="맑은 고딕"/>
                <a:ea typeface="맑은 고딕"/>
                <a:cs typeface="맑은 고딕"/>
              </a:defRPr>
            </a:pPr>
            <a:r>
              <a:rPr sz="1725" b="1" lang="ko-KR">
                <a:solidFill>
                  <a:srgbClr val="24292F"/>
                </a:solidFill>
                <a:latin typeface="맑은 고딕"/>
                <a:ea typeface="맑은 고딕"/>
                <a:cs typeface="맑은 고딕"/>
              </a:rPr>
              <a:t>일정 배치와 실행</a:t>
            </a:r>
          </a:p>
        </p:txBody>
      </p:sp>
      <p:cxnSp>
        <p:nvCxnSpPr>
          <p:cNvPr id="149" name="직선 화살표 연결선 112"/>
          <p:cNvCxnSpPr>
            <a:stCxn xmlns:a="http://schemas.openxmlformats.org/drawingml/2006/main" id="90" idx="3"/>
            <a:endCxn xmlns:a="http://schemas.openxmlformats.org/drawingml/2006/main" id="91" idx="1"/>
          </p:cNvCxnSpPr>
          <p:nvPr/>
        </p:nvCxnSpPr>
        <p:spPr>
          <a:xfrm xmlns:a="http://schemas.openxmlformats.org/drawingml/2006/main">
            <a:off x="2305050" y="2324100"/>
            <a:ext cx="247650" cy="0"/>
          </a:xfrm>
          <a:prstGeom xmlns:a="http://schemas.openxmlformats.org/drawingml/2006/main" prst="straightConnector1">
            <a:avLst/>
          </a:prstGeom>
          <a:ln xmlns:a="http://schemas.openxmlformats.org/drawingml/2006/main" w="14288">
            <a:solidFill>
              <a:srgbClr val="3B5AA8"/>
            </a:solidFill>
            <a:tailEnd type="triangle" w="med" len="med"/>
          </a:ln>
        </p:spPr>
      </p:cxnSp>
      <p:cxnSp>
        <p:nvCxnSpPr>
          <p:cNvPr id="150" name="직선 화살표 연결선 113"/>
          <p:cNvCxnSpPr>
            <a:stCxn xmlns:a="http://schemas.openxmlformats.org/drawingml/2006/main" id="91" idx="3"/>
            <a:endCxn xmlns:a="http://schemas.openxmlformats.org/drawingml/2006/main" id="92" idx="1"/>
          </p:cNvCxnSpPr>
          <p:nvPr/>
        </p:nvCxnSpPr>
        <p:spPr>
          <a:xfrm xmlns:a="http://schemas.openxmlformats.org/drawingml/2006/main">
            <a:off x="4438650" y="2324100"/>
            <a:ext cx="247650" cy="0"/>
          </a:xfrm>
          <a:prstGeom xmlns:a="http://schemas.openxmlformats.org/drawingml/2006/main" prst="straightConnector1">
            <a:avLst/>
          </a:prstGeom>
          <a:ln xmlns:a="http://schemas.openxmlformats.org/drawingml/2006/main" w="14288">
            <a:solidFill>
              <a:srgbClr val="3B5AA8"/>
            </a:solidFill>
            <a:tailEnd type="triangle" w="med" len="med"/>
          </a:ln>
        </p:spPr>
      </p:cxnSp>
      <p:cxnSp>
        <p:nvCxnSpPr>
          <p:cNvPr id="151" name="직선 화살표 연결선 114"/>
          <p:cNvCxnSpPr>
            <a:stCxn xmlns:a="http://schemas.openxmlformats.org/drawingml/2006/main" id="92" idx="3"/>
            <a:endCxn xmlns:a="http://schemas.openxmlformats.org/drawingml/2006/main" id="93" idx="1"/>
          </p:cNvCxnSpPr>
          <p:nvPr/>
        </p:nvCxnSpPr>
        <p:spPr>
          <a:xfrm xmlns:a="http://schemas.openxmlformats.org/drawingml/2006/main">
            <a:off x="6572250" y="2324100"/>
            <a:ext cx="247650" cy="0"/>
          </a:xfrm>
          <a:prstGeom xmlns:a="http://schemas.openxmlformats.org/drawingml/2006/main" prst="straightConnector1">
            <a:avLst/>
          </a:prstGeom>
          <a:ln xmlns:a="http://schemas.openxmlformats.org/drawingml/2006/main" w="14288">
            <a:solidFill>
              <a:srgbClr val="3B5AA8"/>
            </a:solidFill>
            <a:tailEnd type="triangle" w="med" len="med"/>
          </a:ln>
        </p:spPr>
      </p:cxnSp>
      <p:sp>
        <p:nvSpPr>
          <p:cNvPr id="97" name="직사각형 96">
            <a:extLst xmlns:a="http://schemas.openxmlformats.org/drawingml/2006/main">
              <a:ext uri="{FF2B5EF4-FFF2-40B4-BE49-F238E27FC236}">
                <a16:creationId xmlns:a16="http://schemas.microsoft.com/office/drawing/2014/main" id="{448CC66E-E396-4197-9CCE-FA92741DCD9F}"/>
              </a:ext>
            </a:extLst>
          </p:cNvPr>
          <p:cNvSpPr>
            <a:spLocks xmlns:a="http://schemas.openxmlformats.org/drawingml/2006/main" noGrp="1"/>
          </p:cNvSpPr>
          <p:nvPr/>
        </p:nvSpPr>
        <p:spPr>
          <a:xfrm xmlns:a="http://schemas.openxmlformats.org/drawingml/2006/main">
            <a:off x="6800850" y="2781300"/>
            <a:ext cx="1962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eaLnBrk="0" latinLnBrk="0">
              <a:buNone/>
              <a:defRPr sz="1275" b="0" lang="ko-KR">
                <a:solidFill>
                  <a:srgbClr val="3B5AA8"/>
                </a:solidFill>
                <a:latin typeface="맑은 고딕"/>
                <a:ea typeface="맑은 고딕"/>
                <a:cs typeface="맑은 고딕"/>
              </a:defRPr>
            </a:pPr>
            <a:r>
              <a:rPr sz="1275" b="0" lang="ko-KR">
                <a:solidFill>
                  <a:srgbClr val="3B5AA8"/>
                </a:solidFill>
                <a:latin typeface="맑은 고딕"/>
                <a:ea typeface="맑은 고딕"/>
                <a:cs typeface="맑은 고딕"/>
              </a:rPr>
              <a:t>저장 성공 후 이동</a:t>
            </a:r>
          </a:p>
        </p:txBody>
      </p:sp>
      <p:graphicFrame>
        <p:nvGraphicFramePr>
          <p:cNvPr id="153" name="표 116"/>
          <p:cNvGraphicFramePr/>
          <p:nvPr/>
        </p:nvGraphicFramePr>
        <p:xfrm>
          <a:off xmlns:a="http://schemas.openxmlformats.org/drawingml/2006/main" x="419100" y="3324225"/>
          <a:ext xmlns:a="http://schemas.openxmlformats.org/drawingml/2006/main" cx="8305800" cy="2514600"/>
        </p:xfrm>
        <a:graphic xmlns:a="http://schemas.openxmlformats.org/drawingml/2006/main">
          <a:graphicData uri="http://schemas.openxmlformats.org/drawingml/2006/table">
            <a:tbl>
              <a:tblPr firstRow="1"/>
              <a:tblGrid>
                <a:gridCol w="2114550"/>
                <a:gridCol w="6191250"/>
              </a:tblGrid>
              <a:tr h="400050">
                <a:tc>
                  <a:txBody>
                    <a:bodyPr/>
                    <a:lstStyle/>
                    <a:p>
                      <a:pPr eaLnBrk="0" latinLnBrk="0">
                        <a:buNone/>
                      </a:pPr>
                      <a:r>
                        <a:rPr sz="1500" b="1" lang="ko-KR">
                          <a:solidFill>
                            <a:srgbClr val="FFFFFF"/>
                          </a:solidFill>
                          <a:latin typeface="맑은 고딕"/>
                          <a:ea typeface="맑은 고딕"/>
                          <a:cs typeface="맑은 고딕"/>
                        </a:rPr>
                        <a:t>처리 기준</a:t>
                      </a:r>
                    </a:p>
                  </a:txBody>
                  <a:tcPr marL="91440" marR="91440" marT="45720" marB="45720">
                    <a:solidFill>
                      <a:srgbClr val="3B5AA8"/>
                    </a:solidFill>
                  </a:tcPr>
                </a:tc>
                <a:tc>
                  <a:txBody>
                    <a:bodyPr/>
                    <a:lstStyle/>
                    <a:p>
                      <a:pPr eaLnBrk="0" latinLnBrk="0">
                        <a:buNone/>
                      </a:pPr>
                      <a:r>
                        <a:rPr sz="1500" b="1" lang="ko-KR">
                          <a:solidFill>
                            <a:srgbClr val="FFFFFF"/>
                          </a:solidFill>
                          <a:latin typeface="맑은 고딕"/>
                          <a:ea typeface="맑은 고딕"/>
                          <a:cs typeface="맑은 고딕"/>
                        </a:rPr>
                        <a:t>화면에서 지키는 동작</a:t>
                      </a:r>
                    </a:p>
                  </a:txBody>
                  <a:tcPr marL="91440" marR="91440" marT="45720" marB="45720">
                    <a:solidFill>
                      <a:srgbClr val="3B5AA8"/>
                    </a:solidFill>
                  </a:tcPr>
                </a:tc>
              </a:tr>
              <a:tr h="704850">
                <a:tc>
                  <a:txBody>
                    <a:bodyPr/>
                    <a:lstStyle/>
                    <a:p>
                      <a:pPr eaLnBrk="0" latinLnBrk="0">
                        <a:buNone/>
                      </a:pPr>
                      <a:r>
                        <a:rPr sz="1500" b="1" lang="ko-KR">
                          <a:solidFill>
                            <a:srgbClr val="24292F"/>
                          </a:solidFill>
                          <a:latin typeface="맑은 고딕"/>
                          <a:ea typeface="맑은 고딕"/>
                          <a:cs typeface="맑은 고딕"/>
                        </a:rPr>
                        <a:t>같은 실행 기록 사용</a:t>
                      </a:r>
                    </a:p>
                  </a:txBody>
                  <a:tcPr marL="91440" marR="91440" marT="45720" marB="45720">
                    <a:solidFill>
                      <a:srgbClr val="F1F4FA"/>
                    </a:solidFill>
                  </a:tcPr>
                </a:tc>
                <a:tc>
                  <a:txBody>
                    <a:bodyPr/>
                    <a:lstStyle/>
                    <a:p>
                      <a:pPr eaLnBrk="0" latinLnBrk="0">
                        <a:buNone/>
                      </a:pPr>
                      <a:r>
                        <a:rPr sz="1500" b="0" lang="ko-KR">
                          <a:solidFill>
                            <a:srgbClr val="24292F"/>
                          </a:solidFill>
                          <a:latin typeface="맑은 고딕"/>
                          <a:ea typeface="맑은 고딕"/>
                          <a:cs typeface="맑은 고딕"/>
                        </a:rPr>
                        <a:t>결과, 실패 원인, 회복안을 같은 실행 번호로 조회한다.</a:t>
                      </a:r>
                    </a:p>
                    <a:p>
                      <a:pPr eaLnBrk="0" latinLnBrk="0">
                        <a:buNone/>
                      </a:pPr>
                      <a:r>
                        <a:rPr sz="1500" b="0" lang="ko-KR">
                          <a:solidFill>
                            <a:srgbClr val="24292F"/>
                          </a:solidFill>
                          <a:latin typeface="맑은 고딕"/>
                          <a:ea typeface="맑은 고딕"/>
                          <a:cs typeface="맑은 고딕"/>
                        </a:rPr>
                        <a:t>회복 화면을 다시 열어도 새 실패 기록을 만들지 않는다.</a:t>
                      </a:r>
                    </a:p>
                  </a:txBody>
                  <a:tcPr marL="91440" marR="91440" marT="45720" marB="45720">
                    <a:solidFill>
                      <a:srgbClr val="FFFFFF"/>
                    </a:solidFill>
                  </a:tcPr>
                </a:tc>
              </a:tr>
              <a:tr h="704850">
                <a:tc>
                  <a:txBody>
                    <a:bodyPr/>
                    <a:lstStyle/>
                    <a:p>
                      <a:pPr eaLnBrk="0" latinLnBrk="0">
                        <a:buNone/>
                      </a:pPr>
                      <a:r>
                        <a:rPr sz="1500" b="1" lang="ko-KR">
                          <a:solidFill>
                            <a:srgbClr val="24292F"/>
                          </a:solidFill>
                          <a:latin typeface="맑은 고딕"/>
                          <a:ea typeface="맑은 고딕"/>
                          <a:cs typeface="맑은 고딕"/>
                        </a:rPr>
                        <a:t>선택과 승인을 분리</a:t>
                      </a:r>
                    </a:p>
                  </a:txBody>
                  <a:tcPr marL="91440" marR="91440" marT="45720" marB="45720">
                    <a:solidFill>
                      <a:srgbClr val="F1F4FA"/>
                    </a:solidFill>
                  </a:tcPr>
                </a:tc>
                <a:tc>
                  <a:txBody>
                    <a:bodyPr/>
                    <a:lstStyle/>
                    <a:p>
                      <a:pPr eaLnBrk="0" latinLnBrk="0">
                        <a:buNone/>
                      </a:pPr>
                      <a:r>
                        <a:rPr sz="1500" b="0" lang="ko-KR">
                          <a:solidFill>
                            <a:srgbClr val="24292F"/>
                          </a:solidFill>
                          <a:latin typeface="맑은 고딕"/>
                          <a:ea typeface="맑은 고딕"/>
                          <a:cs typeface="맑은 고딕"/>
                        </a:rPr>
                        <a:t>새 할 일이 생기면 서버의 변경 전후를 먼저 보여준다.</a:t>
                      </a:r>
                    </a:p>
                    <a:p>
                      <a:pPr eaLnBrk="0" latinLnBrk="0">
                        <a:buNone/>
                      </a:pPr>
                      <a:r>
                        <a:rPr sz="1500" b="0" lang="ko-KR">
                          <a:solidFill>
                            <a:srgbClr val="24292F"/>
                          </a:solidFill>
                          <a:latin typeface="맑은 고딕"/>
                          <a:ea typeface="맑은 고딕"/>
                          <a:cs typeface="맑은 고딕"/>
                        </a:rPr>
                        <a:t>변경 내용을 받지 못한 상태에서는 승인을 막는다.</a:t>
                      </a:r>
                    </a:p>
                  </a:txBody>
                  <a:tcPr marL="91440" marR="91440" marT="45720" marB="45720">
                    <a:solidFill>
                      <a:srgbClr val="FFFFFF"/>
                    </a:solidFill>
                  </a:tcPr>
                </a:tc>
              </a:tr>
              <a:tr h="704850">
                <a:tc>
                  <a:txBody>
                    <a:bodyPr/>
                    <a:lstStyle/>
                    <a:p>
                      <a:pPr eaLnBrk="0" latinLnBrk="0">
                        <a:buNone/>
                      </a:pPr>
                      <a:r>
                        <a:rPr sz="1500" b="1" lang="ko-KR">
                          <a:solidFill>
                            <a:srgbClr val="24292F"/>
                          </a:solidFill>
                          <a:latin typeface="맑은 고딕"/>
                          <a:ea typeface="맑은 고딕"/>
                          <a:cs typeface="맑은 고딕"/>
                        </a:rPr>
                        <a:t>중복 반영과 오류 처리</a:t>
                      </a:r>
                    </a:p>
                  </a:txBody>
                  <a:tcPr marL="91440" marR="91440" marT="45720" marB="45720">
                    <a:solidFill>
                      <a:srgbClr val="F1F4FA"/>
                    </a:solidFill>
                  </a:tcPr>
                </a:tc>
                <a:tc>
                  <a:txBody>
                    <a:bodyPr/>
                    <a:lstStyle/>
                    <a:p>
                      <a:pPr eaLnBrk="0" latinLnBrk="0">
                        <a:buNone/>
                      </a:pPr>
                      <a:r>
                        <a:rPr sz="1500" b="0" lang="ko-KR">
                          <a:solidFill>
                            <a:srgbClr val="24292F"/>
                          </a:solidFill>
                          <a:latin typeface="맑은 고딕"/>
                          <a:ea typeface="맑은 고딕"/>
                          <a:cs typeface="맑은 고딕"/>
                        </a:rPr>
                        <a:t>승인 재시도는 같은 요청 키와 실행 번호를 쓴다.</a:t>
                      </a:r>
                    </a:p>
                    <a:p>
                      <a:pPr eaLnBrk="0" latinLnBrk="0">
                        <a:buNone/>
                      </a:pPr>
                      <a:r>
                        <a:rPr sz="1500" b="0" lang="ko-KR">
                          <a:solidFill>
                            <a:srgbClr val="24292F"/>
                          </a:solidFill>
                          <a:latin typeface="맑은 고딕"/>
                          <a:ea typeface="맑은 고딕"/>
                          <a:cs typeface="맑은 고딕"/>
                        </a:rPr>
                        <a:t>저장에 실패하면 화면을 유지하고 다시 시도한다.</a:t>
                      </a:r>
                    </a:p>
                  </a:txBody>
                  <a:tcPr marL="91440" marR="91440" marT="45720" marB="45720">
                    <a:solidFill>
                      <a:srgbClr val="FFFFFF"/>
                    </a:solidFill>
                  </a:tcPr>
                </a:tc>
              </a:tr>
            </a:tbl>
          </a:graphicData>
        </a:graphic>
      </p:graphicFrame>
      <p:sp>
        <p:nvSpPr>
          <p:cNvPr id="99" name="직사각형 98">
            <a:extLst xmlns:a="http://schemas.openxmlformats.org/drawingml/2006/main">
              <a:ext uri="{FF2B5EF4-FFF2-40B4-BE49-F238E27FC236}">
                <a16:creationId xmlns:a16="http://schemas.microsoft.com/office/drawing/2014/main" id="{7EDD873E-AF57-4F99-A059-0C6D74DAFC69}"/>
              </a:ext>
            </a:extLst>
          </p:cNvPr>
          <p:cNvSpPr>
            <a:spLocks xmlns:a="http://schemas.openxmlformats.org/drawingml/2006/main" noGrp="1"/>
          </p:cNvSpPr>
          <p:nvPr/>
        </p:nvSpPr>
        <p:spPr>
          <a:xfrm xmlns:a="http://schemas.openxmlformats.org/drawingml/2006/main">
            <a:off x="419100" y="6096000"/>
            <a:ext cx="8286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eaLnBrk="0" latinLnBrk="0">
              <a:lnSpc>
                <a:spcPct val="125000"/>
              </a:lnSpc>
              <a:buNone/>
              <a:defRPr sz="1650" b="1" lang="ko-KR">
                <a:solidFill>
                  <a:srgbClr val="3B5AA8"/>
                </a:solidFill>
                <a:latin typeface="맑은 고딕"/>
                <a:ea typeface="맑은 고딕"/>
                <a:cs typeface="맑은 고딕"/>
              </a:defRPr>
            </a:pPr>
            <a:r>
              <a:rPr sz="1650" b="1" lang="ko-KR">
                <a:solidFill>
                  <a:srgbClr val="3B5AA8"/>
                </a:solidFill>
                <a:latin typeface="맑은 고딕"/>
                <a:ea typeface="맑은 고딕"/>
                <a:cs typeface="맑은 고딕"/>
              </a:rPr>
              <a:t>새 할 일을 만드는 회복안은 승인 전까지 시간표에 배치하지 않는다.</a:t>
            </a:r>
          </a:p>
        </p:txBody>
      </p:sp>
    </p:spTree>
    <p:extLst>
      <p:ext uri="{BB962C8B-B14F-4D97-AF65-F5344CB8AC3E}">
        <p14:creationId xmlns:p14="http://schemas.microsoft.com/office/powerpoint/2010/main" val="3195766679"/>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4" name="직사각형 23">
            <a:extLst xmlns:a="http://schemas.openxmlformats.org/drawingml/2006/main">
              <a:ext uri="{FF2B5EF4-FFF2-40B4-BE49-F238E27FC236}">
                <a16:creationId xmlns:a16="http://schemas.microsoft.com/office/drawing/2014/main" id="{87FE247D-BCD8-49C9-AB08-42C204606102}"/>
              </a:ext>
            </a:extLst>
          </p:cNvPr>
          <p:cNvSpPr>
            <a:spLocks xmlns:a="http://schemas.openxmlformats.org/drawingml/2006/main" noGrp="1"/>
          </p:cNvSpPr>
          <p:nvPr/>
        </p:nvSpPr>
        <p:spPr>
          <a:xfrm xmlns:a="http://schemas.openxmlformats.org/drawingml/2006/main">
            <a:off x="107504" y="0"/>
            <a:ext cx="3096344" cy="1124744"/>
          </a:xfrm>
          <a:prstGeom xmlns:a="http://schemas.openxmlformats.org/drawingml/2006/main" prst="rect">
            <a:avLst/>
          </a:prstGeom>
          <a:solidFill xmlns:a="http://schemas.openxmlformats.org/drawingml/2006/main">
            <a:srgbClr val="3B5AA8"/>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eaLnBrk="0" latinLnBrk="0">
              <a:buNone/>
            </a:pPr>
            <a:endParaRPr lang="ko-KR"/>
          </a:p>
        </p:txBody>
      </p:sp>
      <p:sp>
        <p:nvSpPr>
          <p:cNvPr id="25" name="직선 연결선 24">
            <a:extLst xmlns:a="http://schemas.openxmlformats.org/drawingml/2006/main">
              <a:ext uri="{FF2B5EF4-FFF2-40B4-BE49-F238E27FC236}">
                <a16:creationId xmlns:a16="http://schemas.microsoft.com/office/drawing/2014/main" id="{56E72A93-616C-44BF-B205-95E477EF8F6D}"/>
              </a:ext>
            </a:extLst>
          </p:cNvPr>
          <p:cNvSpPr>
            <a:spLocks xmlns:a="http://schemas.openxmlformats.org/drawingml/2006/main" noGrp="1"/>
          </p:cNvSpPr>
          <p:nvPr/>
        </p:nvSpPr>
        <p:spPr>
          <a:xfrm xmlns:a="http://schemas.openxmlformats.org/drawingml/2006/main">
            <a:off x="424356" y="541195"/>
            <a:ext cx="2591728" cy="0"/>
          </a:xfrm>
          <a:prstGeom xmlns:a="http://schemas.openxmlformats.org/drawingml/2006/main" prst="line">
            <a:avLst/>
          </a:prstGeom>
          <a:ln xmlns:a="http://schemas.openxmlformats.org/drawingml/2006/main" w="28575">
            <a:solidFill>
              <a:schemeClr val="bg1">
                <a:lumMod val="95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txBody>
          <a:bodyPr xmlns:a="http://schemas.openxmlformats.org/drawingml/2006/main"/>
          <a:lstStyle xmlns:a="http://schemas.openxmlformats.org/drawingml/2006/main"/>
          <a:p xmlns:a="http://schemas.openxmlformats.org/drawingml/2006/main">
            <a:pPr eaLnBrk="0" latinLnBrk="0">
              <a:buNone/>
            </a:pPr>
            <a:endParaRPr lang="ko-KR"/>
          </a:p>
        </p:txBody>
      </p:sp>
      <p:sp>
        <p:nvSpPr>
          <p:cNvPr id="26" name="직선 연결선 25">
            <a:extLst xmlns:a="http://schemas.openxmlformats.org/drawingml/2006/main">
              <a:ext uri="{FF2B5EF4-FFF2-40B4-BE49-F238E27FC236}">
                <a16:creationId xmlns:a16="http://schemas.microsoft.com/office/drawing/2014/main" id="{072C1394-538A-4BCF-9224-0784E0A048B3}"/>
              </a:ext>
            </a:extLst>
          </p:cNvPr>
          <p:cNvSpPr>
            <a:spLocks xmlns:a="http://schemas.openxmlformats.org/drawingml/2006/main" noGrp="1"/>
          </p:cNvSpPr>
          <p:nvPr/>
        </p:nvSpPr>
        <p:spPr>
          <a:xfrm xmlns:a="http://schemas.openxmlformats.org/drawingml/2006/main">
            <a:off x="3275856" y="548680"/>
            <a:ext cx="5328592" cy="0"/>
          </a:xfrm>
          <a:prstGeom xmlns:a="http://schemas.openxmlformats.org/drawingml/2006/main" prst="line">
            <a:avLst/>
          </a:prstGeom>
          <a:ln xmlns:a="http://schemas.openxmlformats.org/drawingml/2006/main" w="28575">
            <a:solidFill>
              <a:srgbClr val="3B5AA8"/>
            </a:solidFill>
          </a:ln>
        </p:spPr>
        <p:style>
          <a:lnRef xmlns:a="http://schemas.openxmlformats.org/drawingml/2006/main" idx="1">
            <a:schemeClr val="accent4"/>
          </a:lnRef>
          <a:fillRef xmlns:a="http://schemas.openxmlformats.org/drawingml/2006/main" idx="0">
            <a:schemeClr val="accent4"/>
          </a:fillRef>
          <a:effectRef xmlns:a="http://schemas.openxmlformats.org/drawingml/2006/main" idx="0">
            <a:schemeClr val="accent4"/>
          </a:effectRef>
          <a:fontRef xmlns:a="http://schemas.openxmlformats.org/drawingml/2006/main" idx="minor">
            <a:schemeClr val="tx1"/>
          </a:fontRef>
        </p:style>
        <p:txBody>
          <a:bodyPr xmlns:a="http://schemas.openxmlformats.org/drawingml/2006/main"/>
          <a:lstStyle xmlns:a="http://schemas.openxmlformats.org/drawingml/2006/main"/>
          <a:p xmlns:a="http://schemas.openxmlformats.org/drawingml/2006/main">
            <a:pPr eaLnBrk="0" latinLnBrk="0">
              <a:buNone/>
            </a:pPr>
            <a:endParaRPr lang="ko-KR"/>
          </a:p>
        </p:txBody>
      </p:sp>
      <p:sp>
        <p:nvSpPr>
          <p:cNvPr id="27" name="제목 12">
            <a:extLst xmlns:a="http://schemas.openxmlformats.org/drawingml/2006/main">
              <a:ext uri="{FF2B5EF4-FFF2-40B4-BE49-F238E27FC236}">
                <a16:creationId xmlns:a16="http://schemas.microsoft.com/office/drawing/2014/main" id="{99D20B54-FBA0-40C2-B7F4-249D25DD9104}"/>
              </a:ext>
            </a:extLst>
          </p:cNvPr>
          <p:cNvSpPr>
            <a:spLocks xmlns:a="http://schemas.openxmlformats.org/drawingml/2006/main" noGrp="1"/>
          </p:cNvSpPr>
          <p:nvPr/>
        </p:nvSpPr>
        <p:spPr>
          <a:xfrm xmlns:a="http://schemas.openxmlformats.org/drawingml/2006/main">
            <a:off x="323528" y="692696"/>
            <a:ext cx="2880320" cy="296631"/>
          </a:xfrm>
          <a:prstGeom xmlns:a="http://schemas.openxmlformats.org/drawingml/2006/main" prst="rect">
            <a:avLst/>
          </a:prstGeom>
        </p:spPr>
        <p:txBody>
          <a:bodyPr xmlns:a="http://schemas.openxmlformats.org/drawingml/2006/main" vert="horz" lIns="91440" tIns="45720" rIns="91440" bIns="45720" anchor="t">
            <a:noAutofit/>
          </a:bodyPr>
          <a:lstStyle xmlns:a="http://schemas.openxmlformats.org/drawingml/2006/main"/>
          <a:p xmlns:a="http://schemas.openxmlformats.org/drawingml/2006/main">
            <a:pPr marL="0" marR="0" lvl="0" indent="0" algn="l" defTabSz="914400" eaLnBrk="0" latinLnBrk="0">
              <a:lnSpc>
                <a:spcPct val="100000"/>
              </a:lnSpc>
              <a:spcBef>
                <a:spcPct val="0"/>
              </a:spcBef>
              <a:spcAft>
                <a:spcPts val="0"/>
              </a:spcAft>
              <a:buClrTx/>
              <a:buSzTx/>
              <a:buFontTx/>
              <a:buNone/>
              <a:defRPr sz="1700" b="1" lang="ko-KR">
                <a:solidFill>
                  <a:srgbClr val="FFFFFF"/>
                </a:solidFill>
                <a:latin typeface="맑은 고딕"/>
                <a:ea typeface="맑은 고딕"/>
                <a:cs typeface="맑은 고딕"/>
              </a:defRPr>
            </a:pPr>
            <a:r>
              <a:rPr sz="1700" b="1" i="0" u="none" cap="none" spc="0" lang="ko-KR">
                <a:ln>
                  <a:noFill/>
                </a:ln>
                <a:solidFill>
                  <a:srgbClr val="FFFFFF"/>
                </a:solidFill>
                <a:latin typeface="맑은 고딕"/>
                <a:ea typeface="맑은 고딕"/>
                <a:cs typeface="맑은 고딕"/>
              </a:rPr>
              <a:t>구현 범위</a:t>
            </a:r>
            <a:endParaRPr sz="1700" b="0" i="0" u="none" kern="1200" cap="none" spc="-50" baseline="0" lang="ko-KR">
              <a:ln>
                <a:noFill/>
              </a:ln>
              <a:solidFill>
                <a:schemeClr val="bg1"/>
              </a:solidFill>
              <a:latin typeface="+mn-ea"/>
              <a:ea typeface="+mn-ea"/>
              <a:cs typeface="+mn-ea"/>
            </a:endParaRPr>
          </a:p>
        </p:txBody>
      </p:sp>
      <p:pic>
        <p:nvPicPr>
          <p:cNvPr id="103" name="Picture 2"/>
          <p:cNvPicPr>
            <a:picLocks xmlns:a="http://schemas.openxmlformats.org/drawingml/2006/main" noChangeAspect="1"/>
          </p:cNvPicPr>
          <p:nvPr/>
        </p:nvPicPr>
        <p:blipFill>
          <a:blip xmlns:r="http://schemas.openxmlformats.org/officeDocument/2006/relationships" xmlns:a="http://schemas.openxmlformats.org/drawingml/2006/main" r:embed="R76a5399371934fcb"/>
          <a:srcRect xmlns:a="http://schemas.openxmlformats.org/drawingml/2006/main" l="0" t="0" r="0" b="0"/>
          <a:stretch xmlns:a="http://schemas.openxmlformats.org/drawingml/2006/main">
            <a:fillRect l="0" t="0" r="0" b="0"/>
          </a:stretch>
        </p:blipFill>
        <p:spPr>
          <a:xfrm xmlns:a="http://schemas.openxmlformats.org/drawingml/2006/main">
            <a:off x="8676456" y="476671"/>
            <a:ext cx="454960" cy="158965"/>
          </a:xfrm>
          <a:prstGeom xmlns:a="http://schemas.openxmlformats.org/drawingml/2006/main" prst="rect">
            <a:avLst/>
          </a:prstGeom>
          <a:ln xmlns:a="http://schemas.openxmlformats.org/drawingml/2006/main" w="9525">
            <a:noFill/>
            <a:miter/>
          </a:ln>
        </p:spPr>
      </p:pic>
      <p:sp>
        <p:nvSpPr>
          <p:cNvPr id="32" name="막힌 원호 31">
            <a:extLst xmlns:a="http://schemas.openxmlformats.org/drawingml/2006/main">
              <a:ext uri="{FF2B5EF4-FFF2-40B4-BE49-F238E27FC236}">
                <a16:creationId xmlns:a16="http://schemas.microsoft.com/office/drawing/2014/main" id="{9618B776-B49F-4D0C-880D-07488DEBF76A}"/>
              </a:ext>
            </a:extLst>
          </p:cNvPr>
          <p:cNvSpPr>
            <a:spLocks xmlns:a="http://schemas.openxmlformats.org/drawingml/2006/main" noGrp="1"/>
          </p:cNvSpPr>
          <p:nvPr/>
        </p:nvSpPr>
        <p:spPr>
          <a:xfrm xmlns:a="http://schemas.openxmlformats.org/drawingml/2006/main" flipV="1">
            <a:off x="-577697" y="-576001"/>
            <a:ext cx="1181047" cy="1167213"/>
          </a:xfrm>
          <a:prstGeom xmlns:a="http://schemas.openxmlformats.org/drawingml/2006/main" prst="blockArc">
            <a:avLst>
              <a:gd name="adj1" fmla="val 16158679"/>
              <a:gd name="adj2" fmla="val 0"/>
              <a:gd name="adj3" fmla="val 25000"/>
            </a:avLst>
          </a:prstGeom>
          <a:solidFill xmlns:a="http://schemas.openxmlformats.org/drawingml/2006/main">
            <a:schemeClr val="bg1"/>
          </a:solidFill>
          <a:ln xmlns:a="http://schemas.openxmlformats.org/drawingml/2006/main">
            <a:solidFill>
              <a:schemeClr val="bg1"/>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eaLnBrk="0" latinLnBrk="0">
              <a:buNone/>
            </a:pPr>
            <a:endParaRPr lang="ko-KR">
              <a:solidFill>
                <a:schemeClr val="tx1"/>
              </a:solidFill>
            </a:endParaRPr>
          </a:p>
        </p:txBody>
      </p:sp>
      <p:sp>
        <p:nvSpPr>
          <p:cNvPr id="87" name="직사각형 86">
            <a:extLst xmlns:a="http://schemas.openxmlformats.org/drawingml/2006/main">
              <a:ext uri="{FF2B5EF4-FFF2-40B4-BE49-F238E27FC236}">
                <a16:creationId xmlns:a16="http://schemas.microsoft.com/office/drawing/2014/main" id="{ADB8ABB9-2581-400D-8258-3EEBD1C821B7}"/>
              </a:ext>
            </a:extLst>
          </p:cNvPr>
          <p:cNvSpPr>
            <a:spLocks xmlns:a="http://schemas.openxmlformats.org/drawingml/2006/main" noGrp="1"/>
          </p:cNvSpPr>
          <p:nvPr/>
        </p:nvSpPr>
        <p:spPr>
          <a:xfrm xmlns:a="http://schemas.openxmlformats.org/drawingml/2006/main">
            <a:off x="400050" y="1238250"/>
            <a:ext cx="83248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eaLnBrk="0" latinLnBrk="0">
              <a:lnSpc>
                <a:spcPct val="125000"/>
              </a:lnSpc>
              <a:buNone/>
              <a:defRPr sz="2100" b="1" lang="ko-KR">
                <a:solidFill>
                  <a:srgbClr val="24292F"/>
                </a:solidFill>
                <a:latin typeface="맑은 고딕"/>
                <a:ea typeface="맑은 고딕"/>
                <a:cs typeface="맑은 고딕"/>
              </a:defRPr>
            </a:pPr>
            <a:r>
              <a:rPr sz="2100" b="1" lang="ko-KR">
                <a:solidFill>
                  <a:srgbClr val="24292F"/>
                </a:solidFill>
                <a:latin typeface="맑은 고딕"/>
                <a:ea typeface="맑은 고딕"/>
                <a:cs typeface="맑은 고딕"/>
              </a:rPr>
              <a:t>보조 기능과 추가 구현 범위</a:t>
            </a:r>
          </a:p>
        </p:txBody>
      </p:sp>
      <p:sp>
        <p:nvSpPr>
          <p:cNvPr id="88" name="직사각형 87">
            <a:extLst xmlns:a="http://schemas.openxmlformats.org/drawingml/2006/main">
              <a:ext uri="{FF2B5EF4-FFF2-40B4-BE49-F238E27FC236}">
                <a16:creationId xmlns:a16="http://schemas.microsoft.com/office/drawing/2014/main" id="{DB38DE3F-D1A5-46DA-8585-2F31ACFB7150}"/>
              </a:ext>
            </a:extLst>
          </p:cNvPr>
          <p:cNvSpPr>
            <a:spLocks xmlns:a="http://schemas.openxmlformats.org/drawingml/2006/main" noGrp="1"/>
          </p:cNvSpPr>
          <p:nvPr/>
        </p:nvSpPr>
        <p:spPr>
          <a:xfrm xmlns:a="http://schemas.openxmlformats.org/drawingml/2006/main">
            <a:off x="419100" y="6524625"/>
            <a:ext cx="69532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eaLnBrk="0" latinLnBrk="0">
              <a:buNone/>
              <a:defRPr sz="900" b="0" lang="ko-KR">
                <a:solidFill>
                  <a:srgbClr val="5B6570"/>
                </a:solidFill>
                <a:latin typeface="맑은 고딕"/>
                <a:ea typeface="맑은 고딕"/>
                <a:cs typeface="맑은 고딕"/>
              </a:defRPr>
            </a:pPr>
            <a:r>
              <a:rPr sz="900" b="0" lang="ko-KR">
                <a:solidFill>
                  <a:srgbClr val="5B6570"/>
                </a:solidFill>
                <a:latin typeface="맑은 고딕"/>
                <a:ea typeface="맑은 고딕"/>
                <a:cs typeface="맑은 고딕"/>
              </a:rPr>
              <a:t>구현 범위 / 핵심 흐름과 보조 기능의 미완료 항목 구분</a:t>
            </a:r>
          </a:p>
        </p:txBody>
      </p:sp>
      <p:sp>
        <p:nvSpPr>
          <p:cNvPr id="89" name="직사각형 88">
            <a:extLst xmlns:a="http://schemas.openxmlformats.org/drawingml/2006/main">
              <a:ext uri="{FF2B5EF4-FFF2-40B4-BE49-F238E27FC236}">
                <a16:creationId xmlns:a16="http://schemas.microsoft.com/office/drawing/2014/main" id="{B67EB88F-E8D6-4094-A798-922F5D5B1D31}"/>
              </a:ext>
            </a:extLst>
          </p:cNvPr>
          <p:cNvSpPr>
            <a:spLocks xmlns:a="http://schemas.openxmlformats.org/drawingml/2006/main" noGrp="1"/>
          </p:cNvSpPr>
          <p:nvPr/>
        </p:nvSpPr>
        <p:spPr>
          <a:xfrm xmlns:a="http://schemas.openxmlformats.org/drawingml/2006/main">
            <a:off x="8334375" y="6524625"/>
            <a:ext cx="4000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eaLnBrk="0" latinLnBrk="0">
              <a:buNone/>
              <a:defRPr sz="900" b="0" lang="ko-KR">
                <a:solidFill>
                  <a:srgbClr val="5B6570"/>
                </a:solidFill>
                <a:latin typeface="맑은 고딕"/>
                <a:ea typeface="맑은 고딕"/>
                <a:cs typeface="맑은 고딕"/>
              </a:defRPr>
            </a:pPr>
            <a:r>
              <a:rPr sz="900" b="0" lang="ko-KR">
                <a:solidFill>
                  <a:srgbClr val="5B6570"/>
                </a:solidFill>
                <a:latin typeface="맑은 고딕"/>
                <a:ea typeface="맑은 고딕"/>
                <a:cs typeface="맑은 고딕"/>
              </a:rPr>
              <a:t>14</a:t>
            </a:r>
          </a:p>
        </p:txBody>
      </p:sp>
      <p:sp>
        <p:nvSpPr>
          <p:cNvPr id="95" name="">
            <a:extLst xmlns:a="http://schemas.openxmlformats.org/drawingml/2006/main">
              <a:ext uri="{FF2B5EF4-FFF2-40B4-BE49-F238E27FC236}">
                <a16:creationId xmlns:a16="http://schemas.microsoft.com/office/drawing/2014/main" id="{8E9614FF-45C4-4347-9175-AF3CFF16030C}"/>
              </a:ext>
            </a:extLst>
          </p:cNvPr>
          <p:cNvSpPr>
            <a:spLocks xmlns:a="http://schemas.openxmlformats.org/drawingml/2006/main" noGrp="1"/>
          </p:cNvSpPr>
          <p:nvPr/>
        </p:nvSpPr>
        <p:spPr>
          <a:xfrm xmlns:a="http://schemas.openxmlformats.org/drawingml/2006/main">
            <a:off x="419100" y="1809750"/>
            <a:ext cx="8305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eaLnBrk="0" latinLnBrk="0">
              <a:lnSpc>
                <a:spcPct val="123000"/>
              </a:lnSpc>
              <a:buNone/>
              <a:defRPr sz="1650" b="1" lang="ko-KR">
                <a:solidFill>
                  <a:srgbClr val="3B5AA8"/>
                </a:solidFill>
                <a:latin typeface="맑은 고딕"/>
                <a:ea typeface="맑은 고딕"/>
                <a:cs typeface="맑은 고딕"/>
              </a:defRPr>
            </a:pPr>
            <a:r>
              <a:rPr sz="1650" b="1" lang="ko-KR">
                <a:solidFill>
                  <a:srgbClr val="3B5AA8"/>
                </a:solidFill>
                <a:latin typeface="맑은 고딕"/>
                <a:ea typeface="맑은 고딕"/>
                <a:cs typeface="맑은 고딕"/>
              </a:rPr>
              <a:t>PWA, 앱 셸과 설정</a:t>
            </a:r>
          </a:p>
        </p:txBody>
      </p:sp>
      <p:sp>
        <p:nvSpPr>
          <p:cNvPr id="96" name="">
            <a:extLst xmlns:a="http://schemas.openxmlformats.org/drawingml/2006/main">
              <a:ext uri="{FF2B5EF4-FFF2-40B4-BE49-F238E27FC236}">
                <a16:creationId xmlns:a16="http://schemas.microsoft.com/office/drawing/2014/main" id="{C75C1CD4-F97B-40B2-A10E-2E18B916BF66}"/>
              </a:ext>
            </a:extLst>
          </p:cNvPr>
          <p:cNvSpPr>
            <a:spLocks xmlns:a="http://schemas.openxmlformats.org/drawingml/2006/main" noGrp="1"/>
          </p:cNvSpPr>
          <p:nvPr/>
        </p:nvSpPr>
        <p:spPr>
          <a:xfrm xmlns:a="http://schemas.openxmlformats.org/drawingml/2006/main">
            <a:off x="419100" y="2209800"/>
            <a:ext cx="8305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eaLnBrk="0" latinLnBrk="0">
              <a:lnSpc>
                <a:spcPct val="123000"/>
              </a:lnSpc>
              <a:buNone/>
              <a:defRPr sz="1500" b="0" lang="ko-KR">
                <a:solidFill>
                  <a:srgbClr val="24292F"/>
                </a:solidFill>
                <a:latin typeface="맑은 고딕"/>
                <a:ea typeface="맑은 고딕"/>
                <a:cs typeface="맑은 고딕"/>
              </a:defRPr>
            </a:pPr>
            <a:r>
              <a:rPr sz="1500" b="0" lang="ko-KR">
                <a:solidFill>
                  <a:srgbClr val="24292F"/>
                </a:solidFill>
                <a:latin typeface="맑은 고딕"/>
                <a:ea typeface="맑은 고딕"/>
                <a:cs typeface="맑은 고딕"/>
              </a:rPr>
              <a:t>PWA는 홈 화면 설치를 지원한다. 앱 셸은 공통 메뉴와 화면 이동을 관리한다.</a:t>
            </a:r>
          </a:p>
          <a:p xmlns:a="http://schemas.openxmlformats.org/drawingml/2006/main">
            <a:pPr algn="l" eaLnBrk="0" latinLnBrk="0">
              <a:lnSpc>
                <a:spcPct val="123000"/>
              </a:lnSpc>
              <a:buNone/>
              <a:defRPr sz="1500" b="0" lang="ko-KR">
                <a:solidFill>
                  <a:srgbClr val="24292F"/>
                </a:solidFill>
                <a:latin typeface="맑은 고딕"/>
                <a:ea typeface="맑은 고딕"/>
                <a:cs typeface="맑은 고딕"/>
              </a:defRPr>
            </a:pPr>
            <a:r>
              <a:rPr sz="1500" b="0" lang="ko-KR">
                <a:solidFill>
                  <a:srgbClr val="24292F"/>
                </a:solidFill>
                <a:latin typeface="맑은 고딕"/>
                <a:ea typeface="맑은 고딕"/>
                <a:cs typeface="맑은 고딕"/>
              </a:rPr>
              <a:t>설정은 내 정보와 동의를, 생활 조건 입력은 가능한 시간과 고정 일정을 다룬다.</a:t>
            </a:r>
          </a:p>
        </p:txBody>
      </p:sp>
      <p:graphicFrame>
        <p:nvGraphicFramePr>
          <p:cNvPr id="110" name=""/>
          <p:cNvGraphicFramePr/>
          <p:nvPr/>
        </p:nvGraphicFramePr>
        <p:xfrm>
          <a:off xmlns:a="http://schemas.openxmlformats.org/drawingml/2006/main" x="419100" y="3076575"/>
          <a:ext xmlns:a="http://schemas.openxmlformats.org/drawingml/2006/main" cx="8305800" cy="2609850"/>
        </p:xfrm>
        <a:graphic xmlns:a="http://schemas.openxmlformats.org/drawingml/2006/main">
          <a:graphicData uri="http://schemas.openxmlformats.org/drawingml/2006/table">
            <a:tbl>
              <a:tblPr firstRow="1"/>
              <a:tblGrid>
                <a:gridCol w="2038350"/>
                <a:gridCol w="6267450"/>
              </a:tblGrid>
              <a:tr h="361950">
                <a:tc>
                  <a:txBody>
                    <a:bodyPr lIns="95250" tIns="66675" rIns="95250" bIns="47625">
                      <a:noAutofit/>
                    </a:bodyPr>
                    <a:lstStyle/>
                    <a:p>
                      <a:pPr algn="l" eaLnBrk="0" latinLnBrk="0">
                        <a:lnSpc>
                          <a:spcPct val="116000"/>
                        </a:lnSpc>
                        <a:buNone/>
                      </a:pPr>
                      <a:r>
                        <a:rPr sz="1388" b="1" lang="ko-KR">
                          <a:solidFill>
                            <a:srgbClr val="FFFFFF"/>
                          </a:solidFill>
                          <a:latin typeface="맑은 고딕"/>
                          <a:ea typeface="맑은 고딕"/>
                          <a:cs typeface="맑은 고딕"/>
                        </a:rPr>
                        <a:t>구분</a:t>
                      </a:r>
                    </a:p>
                  </a:txBody>
                  <a:tcPr marL="91440" marR="91440" marT="45720" marB="45720" anchor="ctr">
                    <a:solidFill>
                      <a:srgbClr val="3B5AA8"/>
                    </a:solidFill>
                  </a:tcPr>
                </a:tc>
                <a:tc>
                  <a:txBody>
                    <a:bodyPr lIns="95250" tIns="66675" rIns="95250" bIns="47625">
                      <a:noAutofit/>
                    </a:bodyPr>
                    <a:lstStyle/>
                    <a:p>
                      <a:pPr algn="l" eaLnBrk="0" latinLnBrk="0">
                        <a:lnSpc>
                          <a:spcPct val="116000"/>
                        </a:lnSpc>
                        <a:buNone/>
                      </a:pPr>
                      <a:r>
                        <a:rPr sz="1388" b="1" lang="ko-KR">
                          <a:solidFill>
                            <a:srgbClr val="FFFFFF"/>
                          </a:solidFill>
                          <a:latin typeface="맑은 고딕"/>
                          <a:ea typeface="맑은 고딕"/>
                          <a:cs typeface="맑은 고딕"/>
                        </a:rPr>
                        <a:t>현재 구현과 추가할 내용</a:t>
                      </a:r>
                    </a:p>
                  </a:txBody>
                  <a:tcPr marL="91440" marR="91440" marT="45720" marB="45720" anchor="ctr">
                    <a:solidFill>
                      <a:srgbClr val="3B5AA8"/>
                    </a:solidFill>
                  </a:tcPr>
                </a:tc>
              </a:tr>
              <a:tr h="752475">
                <a:tc>
                  <a:txBody>
                    <a:bodyPr lIns="95250" tIns="66675" rIns="95250" bIns="47625">
                      <a:noAutofit/>
                    </a:bodyPr>
                    <a:lstStyle/>
                    <a:p>
                      <a:pPr algn="l" eaLnBrk="0" latinLnBrk="0">
                        <a:lnSpc>
                          <a:spcPct val="116000"/>
                        </a:lnSpc>
                        <a:buNone/>
                      </a:pPr>
                      <a:r>
                        <a:rPr sz="1388" b="1" lang="ko-KR">
                          <a:solidFill>
                            <a:srgbClr val="24292F"/>
                          </a:solidFill>
                          <a:latin typeface="맑은 고딕"/>
                          <a:ea typeface="맑은 고딕"/>
                          <a:cs typeface="맑은 고딕"/>
                        </a:rPr>
                        <a:t>회복안의 시간 조건</a:t>
                      </a:r>
                    </a:p>
                  </a:txBody>
                  <a:tcPr marL="91440" marR="91440" marT="45720" marB="45720" anchor="ctr">
                    <a:solidFill>
                      <a:srgbClr val="F1F4FA"/>
                    </a:solidFill>
                  </a:tcPr>
                </a:tc>
                <a:tc>
                  <a:txBody>
                    <a:bodyPr lIns="95250" tIns="66675" rIns="95250" bIns="47625">
                      <a:noAutofit/>
                    </a:bodyPr>
                    <a:lstStyle/>
                    <a:p>
                      <a:pPr algn="l" eaLnBrk="0" latinLnBrk="0">
                        <a:lnSpc>
                          <a:spcPct val="116000"/>
                        </a:lnSpc>
                        <a:buNone/>
                      </a:pPr>
                      <a:r>
                        <a:rPr sz="1388" b="0" lang="ko-KR">
                          <a:solidFill>
                            <a:srgbClr val="24292F"/>
                          </a:solidFill>
                          <a:latin typeface="맑은 고딕"/>
                          <a:ea typeface="맑은 고딕"/>
                          <a:cs typeface="맑은 고딕"/>
                        </a:rPr>
                        <a:t>현재는 실패 사유로 전략을 고르고, 기존 작업 시간과 현재 시각으로</a:t>
                      </a:r>
                    </a:p>
                    <a:p>
                      <a:pPr algn="l" eaLnBrk="0" latinLnBrk="0">
                        <a:lnSpc>
                          <a:spcPct val="116000"/>
                        </a:lnSpc>
                        <a:buNone/>
                      </a:pPr>
                      <a:r>
                        <a:rPr sz="1388" b="0" lang="ko-KR">
                          <a:solidFill>
                            <a:srgbClr val="24292F"/>
                          </a:solidFill>
                          <a:latin typeface="맑은 고딕"/>
                          <a:ea typeface="맑은 고딕"/>
                          <a:cs typeface="맑은 고딕"/>
                        </a:rPr>
                        <a:t>회복 일정을 계산한다. 남은 가용 시간의 직접 반영은 추가 구현이다.</a:t>
                      </a:r>
                    </a:p>
                  </a:txBody>
                  <a:tcPr marL="91440" marR="91440" marT="45720" marB="45720" anchor="ctr">
                    <a:solidFill>
                      <a:srgbClr val="FFFFFF"/>
                    </a:solidFill>
                  </a:tcPr>
                </a:tc>
              </a:tr>
              <a:tr h="752475">
                <a:tc>
                  <a:txBody>
                    <a:bodyPr lIns="95250" tIns="66675" rIns="95250" bIns="47625">
                      <a:noAutofit/>
                    </a:bodyPr>
                    <a:lstStyle/>
                    <a:p>
                      <a:pPr algn="l" eaLnBrk="0" latinLnBrk="0">
                        <a:lnSpc>
                          <a:spcPct val="116000"/>
                        </a:lnSpc>
                        <a:buNone/>
                      </a:pPr>
                      <a:r>
                        <a:rPr sz="1388" b="1" lang="ko-KR">
                          <a:solidFill>
                            <a:srgbClr val="24292F"/>
                          </a:solidFill>
                          <a:latin typeface="맑은 고딕"/>
                          <a:ea typeface="맑은 고딕"/>
                          <a:cs typeface="맑은 고딕"/>
                        </a:rPr>
                        <a:t>주간 리뷰 후속 계획</a:t>
                      </a:r>
                    </a:p>
                  </a:txBody>
                  <a:tcPr marL="91440" marR="91440" marT="45720" marB="45720" anchor="ctr">
                    <a:solidFill>
                      <a:srgbClr val="F1F4FA"/>
                    </a:solidFill>
                  </a:tcPr>
                </a:tc>
                <a:tc>
                  <a:txBody>
                    <a:bodyPr lIns="95250" tIns="66675" rIns="95250" bIns="47625">
                      <a:noAutofit/>
                    </a:bodyPr>
                    <a:lstStyle/>
                    <a:p>
                      <a:pPr algn="l" eaLnBrk="0" latinLnBrk="0">
                        <a:lnSpc>
                          <a:spcPct val="116000"/>
                        </a:lnSpc>
                        <a:buNone/>
                      </a:pPr>
                      <a:r>
                        <a:rPr sz="1388" b="0" lang="ko-KR">
                          <a:solidFill>
                            <a:srgbClr val="24292F"/>
                          </a:solidFill>
                          <a:latin typeface="맑은 고딕"/>
                          <a:ea typeface="맑은 고딕"/>
                          <a:cs typeface="맑은 고딕"/>
                        </a:rPr>
                        <a:t>다음 주기 제안에서 주간 초안 화면을 연다. 최근 완료한 인터뷰를</a:t>
                      </a:r>
                    </a:p>
                    <a:p>
                      <a:pPr algn="l" eaLnBrk="0" latinLnBrk="0">
                        <a:lnSpc>
                          <a:spcPct val="116000"/>
                        </a:lnSpc>
                        <a:buNone/>
                      </a:pPr>
                      <a:r>
                        <a:rPr sz="1388" b="0" lang="ko-KR">
                          <a:solidFill>
                            <a:srgbClr val="24292F"/>
                          </a:solidFill>
                          <a:latin typeface="맑은 고딕"/>
                          <a:ea typeface="맑은 고딕"/>
                          <a:cs typeface="맑은 고딕"/>
                        </a:rPr>
                        <a:t>바탕으로 새 초안을 만들고, 사용자가 내용을 확인한 뒤 승인한다.</a:t>
                      </a:r>
                    </a:p>
                  </a:txBody>
                  <a:tcPr marL="91440" marR="91440" marT="45720" marB="45720" anchor="ctr">
                    <a:solidFill>
                      <a:srgbClr val="FFFFFF"/>
                    </a:solidFill>
                  </a:tcPr>
                </a:tc>
              </a:tr>
              <a:tr h="752475">
                <a:tc>
                  <a:txBody>
                    <a:bodyPr lIns="95250" tIns="66675" rIns="95250" bIns="47625">
                      <a:noAutofit/>
                    </a:bodyPr>
                    <a:lstStyle/>
                    <a:p>
                      <a:pPr algn="l" eaLnBrk="0" latinLnBrk="0">
                        <a:lnSpc>
                          <a:spcPct val="116000"/>
                        </a:lnSpc>
                        <a:buNone/>
                      </a:pPr>
                      <a:r>
                        <a:rPr sz="1388" b="1" lang="ko-KR">
                          <a:solidFill>
                            <a:srgbClr val="24292F"/>
                          </a:solidFill>
                          <a:latin typeface="맑은 고딕"/>
                          <a:ea typeface="맑은 고딕"/>
                          <a:cs typeface="맑은 고딕"/>
                        </a:rPr>
                        <a:t>앱 알림과 외부 연동</a:t>
                      </a:r>
                    </a:p>
                  </a:txBody>
                  <a:tcPr marL="91440" marR="91440" marT="45720" marB="45720" anchor="ctr">
                    <a:solidFill>
                      <a:srgbClr val="F1F4FA"/>
                    </a:solidFill>
                  </a:tcPr>
                </a:tc>
                <a:tc>
                  <a:txBody>
                    <a:bodyPr lIns="95250" tIns="66675" rIns="95250" bIns="47625">
                      <a:noAutofit/>
                    </a:bodyPr>
                    <a:lstStyle/>
                    <a:p>
                      <a:pPr algn="l" eaLnBrk="0" latinLnBrk="0">
                        <a:lnSpc>
                          <a:spcPct val="116000"/>
                        </a:lnSpc>
                        <a:buNone/>
                      </a:pPr>
                      <a:r>
                        <a:rPr sz="1388" b="0" lang="ko-KR">
                          <a:solidFill>
                            <a:srgbClr val="24292F"/>
                          </a:solidFill>
                          <a:latin typeface="맑은 고딕"/>
                          <a:ea typeface="맑은 고딕"/>
                          <a:cs typeface="맑은 고딕"/>
                        </a:rPr>
                        <a:t>네이티브 푸시와 Google 캘린더 자동 가져오기는 아직 사용할 수 없다.</a:t>
                      </a:r>
                    </a:p>
                    <a:p>
                      <a:pPr algn="l" eaLnBrk="0" latinLnBrk="0">
                        <a:lnSpc>
                          <a:spcPct val="116000"/>
                        </a:lnSpc>
                        <a:buNone/>
                      </a:pPr>
                      <a:r>
                        <a:rPr sz="1388" b="0" lang="ko-KR">
                          <a:solidFill>
                            <a:srgbClr val="24292F"/>
                          </a:solidFill>
                          <a:latin typeface="맑은 고딕"/>
                          <a:ea typeface="맑은 고딕"/>
                          <a:cs typeface="맑은 고딕"/>
                        </a:rPr>
                        <a:t>현재 고정 일정은 직접 입력하고, 브라우저의 웹 푸시를 사용한다.</a:t>
                      </a:r>
                    </a:p>
                  </a:txBody>
                  <a:tcPr marL="91440" marR="91440" marT="45720" marB="45720" anchor="ctr">
                    <a:solidFill>
                      <a:srgbClr val="FFFFFF"/>
                    </a:solidFill>
                  </a:tcPr>
                </a:tc>
              </a:tr>
            </a:tbl>
          </a:graphicData>
        </a:graphic>
      </p:graphicFrame>
      <p:sp>
        <p:nvSpPr>
          <p:cNvPr id="98" name="">
            <a:extLst xmlns:a="http://schemas.openxmlformats.org/drawingml/2006/main">
              <a:ext uri="{FF2B5EF4-FFF2-40B4-BE49-F238E27FC236}">
                <a16:creationId xmlns:a16="http://schemas.microsoft.com/office/drawing/2014/main" id="{5D16B899-A3B8-4729-B1D2-8766F0ABC165}"/>
              </a:ext>
            </a:extLst>
          </p:cNvPr>
          <p:cNvSpPr>
            <a:spLocks xmlns:a="http://schemas.openxmlformats.org/drawingml/2006/main" noGrp="1"/>
          </p:cNvSpPr>
          <p:nvPr/>
        </p:nvSpPr>
        <p:spPr>
          <a:xfrm xmlns:a="http://schemas.openxmlformats.org/drawingml/2006/main">
            <a:off x="419100" y="5905500"/>
            <a:ext cx="83058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eaLnBrk="0" latinLnBrk="0">
              <a:lnSpc>
                <a:spcPct val="123000"/>
              </a:lnSpc>
              <a:buNone/>
              <a:defRPr sz="1500" b="1" lang="ko-KR">
                <a:solidFill>
                  <a:srgbClr val="9E472F"/>
                </a:solidFill>
                <a:latin typeface="맑은 고딕"/>
                <a:ea typeface="맑은 고딕"/>
                <a:cs typeface="맑은 고딕"/>
              </a:defRPr>
            </a:pPr>
            <a:r>
              <a:rPr sz="1500" b="1" lang="ko-KR">
                <a:solidFill>
                  <a:srgbClr val="9E472F"/>
                </a:solidFill>
                <a:latin typeface="맑은 고딕"/>
                <a:ea typeface="맑은 고딕"/>
                <a:cs typeface="맑은 고딕"/>
              </a:rPr>
              <a:t>설계 목표: 실패 사유와 남은 시간을 함께 반영한 회복안을 제시하고,</a:t>
            </a:r>
          </a:p>
          <a:p xmlns:a="http://schemas.openxmlformats.org/drawingml/2006/main">
            <a:pPr algn="l" eaLnBrk="0" latinLnBrk="0">
              <a:lnSpc>
                <a:spcPct val="123000"/>
              </a:lnSpc>
              <a:buNone/>
              <a:defRPr sz="1500" b="1" lang="ko-KR">
                <a:solidFill>
                  <a:srgbClr val="9E472F"/>
                </a:solidFill>
                <a:latin typeface="맑은 고딕"/>
                <a:ea typeface="맑은 고딕"/>
                <a:cs typeface="맑은 고딕"/>
              </a:defRPr>
            </a:pPr>
            <a:r>
              <a:rPr sz="1500" b="1" lang="ko-KR">
                <a:solidFill>
                  <a:srgbClr val="9E472F"/>
                </a:solidFill>
                <a:latin typeface="맑은 고딕"/>
                <a:ea typeface="맑은 고딕"/>
                <a:cs typeface="맑은 고딕"/>
              </a:rPr>
              <a:t>사용자의 선택과 변경 확인, 승인 뒤 실제 계획에 반영한다.</a:t>
            </a:r>
          </a:p>
        </p:txBody>
      </p:sp>
    </p:spTree>
    <p:extLst>
      <p:ext uri="{BB962C8B-B14F-4D97-AF65-F5344CB8AC3E}">
        <p14:creationId xmlns:p14="http://schemas.microsoft.com/office/powerpoint/2010/main" val="3195766679"/>
      </p:ext>
    </p:extLst>
  </p:cSld>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2026-09-05T15:46:43.2450000Z</dcterms:created>
  <dcterms:modified xsi:type="dcterms:W3CDTF">2026-09-05T15:46:43.2450000Z</dcterms:modified>
</coreProperties>
</file>