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854b7864b34b5f" /><Relationship Type="http://schemas.openxmlformats.org/officeDocument/2006/relationships/extended-properties" Target="/docProps/app.xml" Id="R413618787b914e03" /><Relationship Type="http://schemas.openxmlformats.org/officeDocument/2006/relationships/officeDocument" Target="/ppt/presentation.xml" Id="Rbb679b2266704d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ce09a3cbb4e06"/>
  </p:sldMasterIdLst>
  <p:notesMasterIdLst>
    <p:notesMasterId xmlns:r="http://schemas.openxmlformats.org/officeDocument/2006/relationships" r:id="R8d8720ea29624d19"/>
  </p:notesMasterIdLst>
  <p:sldIdLst>
    <p:sldId xmlns:r="http://schemas.openxmlformats.org/officeDocument/2006/relationships" id="256" r:id="R56366d841b744d58"/>
    <p:sldId xmlns:r="http://schemas.openxmlformats.org/officeDocument/2006/relationships" id="257" r:id="R23bcfe3493754727"/>
    <p:sldId xmlns:r="http://schemas.openxmlformats.org/officeDocument/2006/relationships" id="258" r:id="Rfdfbcb3bf4824c37"/>
    <p:sldId xmlns:r="http://schemas.openxmlformats.org/officeDocument/2006/relationships" id="259" r:id="R53fd57abf0284d6f"/>
    <p:sldId xmlns:r="http://schemas.openxmlformats.org/officeDocument/2006/relationships" id="260" r:id="R28744e2b28d14db7"/>
    <p:sldId xmlns:r="http://schemas.openxmlformats.org/officeDocument/2006/relationships" id="261" r:id="R28379623534d46e8"/>
    <p:sldId xmlns:r="http://schemas.openxmlformats.org/officeDocument/2006/relationships" id="262" r:id="R391f8f550ce0431f"/>
    <p:sldId xmlns:r="http://schemas.openxmlformats.org/officeDocument/2006/relationships" id="263" r:id="Ra4ef9a2982b24831"/>
    <p:sldId xmlns:r="http://schemas.openxmlformats.org/officeDocument/2006/relationships" id="264" r:id="Rb29f999a12bc48e7"/>
    <p:sldId xmlns:r="http://schemas.openxmlformats.org/officeDocument/2006/relationships" id="265" r:id="R13544cc711d74d41"/>
    <p:sldId xmlns:r="http://schemas.openxmlformats.org/officeDocument/2006/relationships" id="266" r:id="R50ea62d422e94375"/>
    <p:sldId xmlns:r="http://schemas.openxmlformats.org/officeDocument/2006/relationships" id="267" r:id="R235467428b584506"/>
    <p:sldId xmlns:r="http://schemas.openxmlformats.org/officeDocument/2006/relationships" id="268" r:id="Rb22cb255cb73484f"/>
    <p:sldId xmlns:r="http://schemas.openxmlformats.org/officeDocument/2006/relationships" id="269" r:id="R575b96ba1b39471a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7450808ba4f57" /><Relationship Type="http://schemas.openxmlformats.org/officeDocument/2006/relationships/slideMaster" Target="/ppt/slideMasters/slideMaster1.xml" Id="R47cce09a3cbb4e06" /><Relationship Type="http://schemas.openxmlformats.org/officeDocument/2006/relationships/notesMaster" Target="/ppt/notesMasters/notesMaster1.xml" Id="R8d8720ea29624d19" /><Relationship Type="http://schemas.openxmlformats.org/officeDocument/2006/relationships/presProps" Target="/ppt/presProps.xml" Id="R326a75a3bdd24dd2" /><Relationship Type="http://schemas.openxmlformats.org/officeDocument/2006/relationships/viewProps" Target="/ppt/viewProps.xml" Id="R384cec925e0c4121" /><Relationship Type="http://schemas.openxmlformats.org/officeDocument/2006/relationships/tableStyles" Target="/ppt/tableStyles.xml" Id="R5bd26f9875964fc4" /><Relationship Type="http://schemas.microsoft.com/office/2018/10/relationships/authors" Target="/ppt/authors.xml" Id="R2e3d726c0a40448d" /><Relationship Type="http://schemas.openxmlformats.org/officeDocument/2006/relationships/slide" Target="/ppt/slides/slide1.xml" Id="R56366d841b744d58" /><Relationship Type="http://schemas.openxmlformats.org/officeDocument/2006/relationships/slide" Target="/ppt/slides/slide2.xml" Id="R23bcfe3493754727" /><Relationship Type="http://schemas.openxmlformats.org/officeDocument/2006/relationships/slide" Target="/ppt/slides/slide3.xml" Id="Rfdfbcb3bf4824c37" /><Relationship Type="http://schemas.openxmlformats.org/officeDocument/2006/relationships/slide" Target="/ppt/slides/slide4.xml" Id="R53fd57abf0284d6f" /><Relationship Type="http://schemas.openxmlformats.org/officeDocument/2006/relationships/slide" Target="/ppt/slides/slide5.xml" Id="R28744e2b28d14db7" /><Relationship Type="http://schemas.openxmlformats.org/officeDocument/2006/relationships/slide" Target="/ppt/slides/slide6.xml" Id="R28379623534d46e8" /><Relationship Type="http://schemas.openxmlformats.org/officeDocument/2006/relationships/slide" Target="/ppt/slides/slide7.xml" Id="R391f8f550ce0431f" /><Relationship Type="http://schemas.openxmlformats.org/officeDocument/2006/relationships/slide" Target="/ppt/slides/slide8.xml" Id="Ra4ef9a2982b24831" /><Relationship Type="http://schemas.openxmlformats.org/officeDocument/2006/relationships/slide" Target="/ppt/slides/slide9.xml" Id="Rb29f999a12bc48e7" /><Relationship Type="http://schemas.openxmlformats.org/officeDocument/2006/relationships/slide" Target="/ppt/slides/slide10.xml" Id="R13544cc711d74d41" /><Relationship Type="http://schemas.openxmlformats.org/officeDocument/2006/relationships/slide" Target="/ppt/slides/slide11.xml" Id="R50ea62d422e94375" /><Relationship Type="http://schemas.openxmlformats.org/officeDocument/2006/relationships/slide" Target="/ppt/slides/slide12.xml" Id="R235467428b584506" /><Relationship Type="http://schemas.openxmlformats.org/officeDocument/2006/relationships/slide" Target="/ppt/slides/slide13.xml" Id="Rb22cb255cb73484f" /><Relationship Type="http://schemas.openxmlformats.org/officeDocument/2006/relationships/slide" Target="/ppt/slides/slide14.xml" Id="R575b96ba1b3947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f55fec25c6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02b9ac0394a7e" /><Relationship Type="http://schemas.openxmlformats.org/officeDocument/2006/relationships/notesMaster" Target="/ppt/notesMasters/notesMaster1.xml" Id="Rab86826f364f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e1be15222542f1" /><Relationship Type="http://schemas.openxmlformats.org/officeDocument/2006/relationships/notesMaster" Target="/ppt/notesMasters/notesMaster1.xml" Id="Re0a0ad37b203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d94663b22440c" /><Relationship Type="http://schemas.openxmlformats.org/officeDocument/2006/relationships/notesMaster" Target="/ppt/notesMasters/notesMaster1.xml" Id="Re059a3992db0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38cd06e2864024" /><Relationship Type="http://schemas.openxmlformats.org/officeDocument/2006/relationships/notesMaster" Target="/ppt/notesMasters/notesMaster1.xml" Id="Reaa36672673843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b512785944c68" /><Relationship Type="http://schemas.openxmlformats.org/officeDocument/2006/relationships/notesMaster" Target="/ppt/notesMasters/notesMaster1.xml" Id="R7320c717ca2241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440d4606804031" /><Relationship Type="http://schemas.openxmlformats.org/officeDocument/2006/relationships/notesMaster" Target="/ppt/notesMasters/notesMaster1.xml" Id="R837d2cb8330040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fa916fd5354526" /><Relationship Type="http://schemas.openxmlformats.org/officeDocument/2006/relationships/notesMaster" Target="/ppt/notesMasters/notesMaster1.xml" Id="Rc227b7f7e0c9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486e2d6394749" /><Relationship Type="http://schemas.openxmlformats.org/officeDocument/2006/relationships/notesMaster" Target="/ppt/notesMasters/notesMaster1.xml" Id="R78ee80a0ca25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b7530d45604d26" /><Relationship Type="http://schemas.openxmlformats.org/officeDocument/2006/relationships/notesMaster" Target="/ppt/notesMasters/notesMaster1.xml" Id="Rba8feeb52e8e47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d795821dd042a6" /><Relationship Type="http://schemas.openxmlformats.org/officeDocument/2006/relationships/notesMaster" Target="/ppt/notesMasters/notesMaster1.xml" Id="R2d4fa628a0034a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5256ea38545ae" /><Relationship Type="http://schemas.openxmlformats.org/officeDocument/2006/relationships/notesMaster" Target="/ppt/notesMasters/notesMaster1.xml" Id="R96c5b9d507444e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1149985464e91" /><Relationship Type="http://schemas.openxmlformats.org/officeDocument/2006/relationships/notesMaster" Target="/ppt/notesMasters/notesMaster1.xml" Id="Rac56a587f5114f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31e2434656425d" /><Relationship Type="http://schemas.openxmlformats.org/officeDocument/2006/relationships/notesMaster" Target="/ppt/notesMasters/notesMaster1.xml" Id="R18665eb6e7b74c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ce47d84d1d464e" /><Relationship Type="http://schemas.openxmlformats.org/officeDocument/2006/relationships/notesMaster" Target="/ppt/notesMasters/notesMaster1.xml" Id="R088cc5bfb1ef45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기존 37장 프론트엔드 제작설계서를 14장으로 재구성했다. 사용자 제공 중간보고서의 S/W 주요 기능처럼 사용자 입력, 처리, 결과를 기능별로 묶었다. 원본 양식, 글꼴과 실제 화면은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https://github.com/hanium-reaction/reaction-frontend/blob/9407c9d/src/screens/RecoveryScreen.tsx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화살표는 대표 사용 흐름이다. 회복은 실행 결과가 일부 완료 또는 실패일 때 이어지는 조건부 흐름이며 일시정지는 실패로 기록하지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연결선은 사용자와 사용 목적의 관계이며 실행 순서가 아니다. 로그인, 설정과 프로필은 공통 보조 기능으로 별도 화면 나열을 생략했다. UC-03의 회복은 일부 완료 또는 실패 시에만 이어진다.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https://github.com/hanium-reaction/reaction-frontend/blob/9407c9d/src/screens/InboxScreen.tsx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화면별 입력과 처리 방식은 6~12쪽에 설명한다. 주간 리뷰의 다음 2주 계획 승인 등 미완료 연결은 14쪽에서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https://github.com/hanium-reaction/reaction-frontend/blob/9407c9d/src/app/DesktopSidebar.tsx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https://github.com/hanium-reaction/reaction-frontend/blob/9407c9d/src/screens/GoalIntakeScreen.tsx</a:t>
            </a:r>
          </a:p>
          <a:p xmlns:a="http://schemas.openxmlformats.org/drawingml/2006/main">
            <a:r>
              <a:t>https://github.com/hanium-reaction/reaction-frontend/blob/9407c9d/src/screens/GoalClassificationScreen.tsx</a:t>
            </a:r>
          </a:p>
          <a:p xmlns:a="http://schemas.openxmlformats.org/drawingml/2006/main">
            <a:r>
              <a:t>UC-01. 답변을 보내면 서버가 반환하는 추가 질문과 목표 후보를 화면에 반영한다. 현재 코드의 실제 UI에 시연용 응답을 사용한 캡처다. AI 목표 추출 로직 자체는 프론트엔드가 아닌 서버 영역이다.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https://github.com/hanium-reaction/reaction-frontend/blob/9407c9d/src/screens/WeeklyPlanGenerationScreen.tsx</a:t>
            </a:r>
          </a:p>
          <a:p xmlns:a="http://schemas.openxmlformats.org/drawingml/2006/main">
            <a:r>
              <a:t>https://github.com/hanium-reaction/reaction-frontend/blob/9407c9d/src/screens/MilestoneConfirmScreen.tsx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UC-01. 실제 UI, 시연용 예시 데이터. 입력 확인 → draft 생성 → 편집 → approve. 참고 자료 화면의 현재 구현은 검색어와 본문 검토이며 별도 도서/영상 선택 과정은 14쪽에서 미완료로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https://github.com/hanium-reaction/reaction-frontend/blob/9407c9d/src/screens/UltimateGoalInterviewScreen.tsx</a:t>
            </a:r>
          </a:p>
          <a:p xmlns:a="http://schemas.openxmlformats.org/drawingml/2006/main">
            <a:r>
              <a:t>https://github.com/hanium-reaction/reaction-frontend/blob/9407c9d/src/screens/MandalaDraftScreen.tsx</a:t>
            </a:r>
          </a:p>
          <a:p xmlns:a="http://schemas.openxmlformats.org/drawingml/2006/main">
            <a:r>
              <a:t>https://github.com/hanium-reaction/reaction-frontend/blob/9407c9d/src/screens/MandalaScreen.tsx</a:t>
            </a:r>
          </a:p>
          <a:p xmlns:a="http://schemas.openxmlformats.org/drawingml/2006/main">
            <a:r>
              <a:t>UC-02. 실제 UI, 시연용 예시 데이터. 실행 계획용 딥 인터뷰와 궁극적 목표 인터뷰는 다른 흐름이다. 만다라트는 목표 1개, 영역 8개, 행동 최대 64개이며 전체 최대 73개 노드다. 원본 캡처는 모든 칸을 한 화면에 펼친 것이 아니라 영역별로 보는 UI다. 생성/초안 수정 보존의 구현 파일은 저장소의 MandalaDraft 관련 화면을 참조한다.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https://github.com/hanium-reaction/reaction-frontend/blob/9407c9d/src/screens/TodayScreen.tsx</a:t>
            </a:r>
          </a:p>
          <a:p xmlns:a="http://schemas.openxmlformats.org/drawingml/2006/main">
            <a:r>
              <a:t>https://github.com/hanium-reaction/reaction-frontend/blob/9407c9d/src/screens/FocusScreen.tsx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UC-03. 실제 UI, 시연용 예시 데이터. 스크린샷 두 장은 각 화면의 대표 상태로, 동일한 한 실행의 연속 캡처가 아니다. Focus의 pause, partial, failed 경로를 분리한다. 실행 번호는 executionId다.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https://github.com/hanium-reaction/reaction-frontend/blob/9407c9d/src/screens/FocusScreen.tsx</a:t>
            </a:r>
          </a:p>
          <a:p xmlns:a="http://schemas.openxmlformats.org/drawingml/2006/main">
            <a:r>
              <a:t>https://github.com/hanium-reaction/reaction-frontend/blob/9407c9d/src/screens/RecoveryScreen.tsx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UC-03. 실제 UI, 시연용 예시 데이터. 캡처의 회복 완료 문구와 별도로 실제 프론트엔드의 handleDone은 replanApi.approve 성공을 기다린 뒤 화면을 이동한다. 일시정지가 아닌 failed 결과일 때 원인 태그 1~2개를 요구한다. 제안은 DOWNSCOPE/RESCHEDULE/CARRY_OVER/PARK로 묶고 중복 유형을 정리한다.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UC-04. 실제 UI, 시연용 예시 데이터. 통계 수치는 성능이나 사용자 성과 주장이 아니다. 주간 리뷰의 후속 2주 계획 승인 연결은 완성된 기능으로 설명하지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https://github.com/hanium-reaction/reaction-frontend/blob/9407c9d/src/screens/InboxScreen.tsx</a:t>
            </a:r>
          </a:p>
          <a:p xmlns:a="http://schemas.openxmlformats.org/drawingml/2006/main">
            <a:r>
              <a:t>UC-05. 실제 UI, 시연용 예시 데이터. 보관과 복원, 목표/할 일 전환, resource 상세와 단계 채택을 구분한다. 자료 단계 채택은 자료 ID와 단계 ID를 이용해 중복 요청을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https://github.com/hanium-reaction/reaction-frontend/blob/9407c9d/src/screens/RecoveredScreen.tsx</a:t>
            </a:r>
          </a:p>
          <a:p xmlns:a="http://schemas.openxmlformats.org/drawingml/2006/main">
            <a:r>
              <a:t>https://github.com/hanium-reaction/reaction-frontend/blob/9407c9d/src/screens/WeeklyPlanGenerationScreen.tsx</a:t>
            </a:r>
          </a:p>
          <a:p xmlns:a="http://schemas.openxmlformats.org/drawingml/2006/main">
            <a:r>
              <a:t>https://github.com/hanium-reaction/reaction-frontend/blob/9407c9d/src/screens/MandalaDraftScreen.tsx</a:t>
            </a:r>
          </a:p>
          <a:p xmlns:a="http://schemas.openxmlformats.org/drawingml/2006/main">
            <a:r>
              <a:t>RecoveredScreen: await replanApi.approve(executionId, `replan-${executionId}`); onDone();. 재시도마다 임의 키를 만들지 않고 같은 실행 번호로 키를 고정한다. 9407c9d에서는 회복 재진입이 기존 실행 기록을 재사용하도록 수정했다. 서버 내부 중복 방지 구현까지 이 프론트엔드 문서로 보증하지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원본 제작설계서 양식을 유지한 프론트엔드 핵심 정리본. 백엔드와 데이터베이스 상세 설계는 편집 범위에 포함하지 않는다.</a:t>
            </a:r>
          </a:p>
          <a:p xmlns:a="http://schemas.openxmlformats.org/drawingml/2006/main">
            <a:r>
              <a:t>https://github.com/hanium-reaction/reaction-frontend/blob/9407c9d/src/screens/SettingsScreen.tsx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기준일 2026-09-05. 완료율이나 임의 완성 기한을 붙이지 않고 남은 사용자 동작을 명시한다.</a:t>
            </a:r>
          </a:p>
          <a:p xmlns:a="http://schemas.openxmlformats.org/drawingml/2006/main">
            <a:r>
              <a:t>https://github.com/hanium-reaction/reaction-frontend/issues/315</a:t>
            </a:r>
          </a:p>
          <a:p xmlns:a="http://schemas.openxmlformats.org/drawingml/2006/main">
            <a:r>
              <a:t>https://github.com/hanium-reaction/reaction-frontend/issues/311</a:t>
            </a:r>
          </a:p>
          <a:p xmlns:a="http://schemas.openxmlformats.org/drawingml/2006/main">
            <a:r>
              <a:t>https://github.com/hanium-reaction/reaction-frontend/issues/310</a:t>
            </a:r>
          </a:p>
          <a:p xmlns:a="http://schemas.openxmlformats.org/drawingml/2006/main">
            <a:r>
              <a:t>https://github.com/hanium-reaction/reaction-frontend/issues/260</a:t>
            </a:r>
          </a:p>
          <a:p xmlns:a="http://schemas.openxmlformats.org/drawingml/2006/main">
            <a:r>
              <a:t>현재 UI는 크림 배경 #FAF6EE, 카드 #FFFCF6, 주요 동작 #E26D4E/#9E472F, 완료 #5D9767/#487550과 Pretendard Variable을 사용한다. 앱 색상은 실제 캡처에 유지하고, 문서 양식과 글꼴은 기존 제작설계서 것을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2717a1b3945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74af9d2cf4f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18f38485e46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900d7d02045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ce1ba7bf44e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d708691da4f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ecf217a3940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58ba7092f4a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0c17bc4d442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0a649340b42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ee6daf7764077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B058B98-E26F-45C4-AD54-2282023DE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16FD5AB0-9968-49DA-B73D-6D8FB51F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40FDD0BA-5770-435D-AE91-C8B47BAFD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08C18-F846-4F83-9E4A-EF96E909B73F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399C6C-648C-4AA5-B332-4DFAC71A4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97A017-1FDC-4CDD-BD7E-7FF90C17B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EC41F90-E110-4DB3-A5D2-B08C06574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66B3717-F937-4171-8ADF-7B28F0FC8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3630CC2-A88D-49D9-8161-C83BAE5A8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3DBE8A-08A0-4AE2-B806-C9B9A473B0ED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67AE01E-2A0E-4503-B51A-A0748CC15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5CB21DF-7229-4A34-A7B4-38F44D5B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617245"/>
            <a:ext cx="2133600" cy="1961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B28905-715B-4C0E-A430-AE6A161A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442D429-631F-43A3-9F09-E98AF6A64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5FF06AD-0418-4150-B773-9EA794541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E13E15-7006-4370-B5F6-60D7104AE3B4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9562A13-CD99-4CB5-83E2-CF3530042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B0D75F4-86E2-48C0-B6FD-50054E583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9E9AA3-5851-4BDC-AF03-1950F26E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977436A-125E-4DA2-86BD-6C1BA90319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7337566-314F-45B9-A81F-CB385C94BE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681BA63-5B35-46D6-9474-985FA16F0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10D11-2C95-44F2-9DFC-D0C737CB5390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540C3A13-C943-41EA-8AD8-18B080F006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3CB917B-0DA6-4668-B466-0B0001A5E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68E0910-7169-46FA-9B0F-9C1001F1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1B213A7-0AEB-42CE-94A5-5C344DB3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EA2E6E3E-E08E-457D-8985-1DF1EA35A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FAECCE1-9EC8-4C17-85FA-A93FEC81C1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033FE23-C0C5-4ADD-B2B5-38029CB7E3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980AE80-6D44-41E3-BE2A-5FE60B1B4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35845-0C4F-469E-8726-3EBFD71077A7}" type="datetime1">
              <a:t>2026-07-02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7CD01B1C-8511-4CCA-92D4-6FA80C873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B4643395-E6E9-4042-AD4B-F28264A8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F7BD5-C0B3-43B6-92A8-B325534BB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07AB2A5D-0D48-4FBB-83C3-39EF70656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0FC019-3CDA-4483-987D-B12D1EB4D233}" type="datetime1">
              <a:t>2026-07-02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9C76022-8F01-40D2-9129-2569CDC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1F8534D-DAC1-445F-8274-65C7B281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0C5F4DFE-A88C-440D-B611-3C3259CAE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936E48-2907-481B-8F8C-35E94B4338B9}" type="datetime1">
              <a:t>2026-07-02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73F3C8DA-B84E-4E1A-A2F5-954B340EE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D8593F4-7A67-44CB-A658-C297355D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BC0864-0027-49C8-B0C2-D6805F15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EBEBA95-1739-40A1-95B3-2CF5EBE493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F776F4F-6FBB-4B5E-9629-6E73D1CF5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E93325-AB57-455E-9550-3109A2D17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D1E666-04C9-40C3-88DF-F7C22C7A6172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C30FE3-A212-479D-808D-DE8C95471B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91731E1-408D-4F8E-8B7B-0556923FE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B59D4B2-A015-44A0-8C2E-90853C30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06C564D9-5731-41BB-9A40-00A2675575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F3BDB84-AC51-4C27-99D4-CB3A402CA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D1CC2E4D-4A98-46B5-BEE9-7AC89720E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D27B48-006F-4BC1-BDC8-3C8CA726AC13}" type="datetime1">
              <a:t>2026-07-02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8A901FAA-4401-4549-9FB9-A94771858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0CE4E39-FABE-4B2A-B020-E25BCD5F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695D5C8-159C-45E4-8A78-130CA297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2FE8E52-747A-45EA-916D-2DC1F4FD1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CC91281-7798-4DF9-B80D-DE7E0C0DB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22DE9A-8BD0-4588-90EC-B8326F0668FE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41046F2-E688-4FC3-AE67-105DABA04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8CBBC4-BACC-45CB-A96C-36F8498A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0AF13A5C-CC02-4240-BE7E-D45735008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29E3F2-5CC0-4AAC-9C3B-F3766BEC5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B2119A9-D711-4C46-B146-FEE05016F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F8B5EE-9957-45ED-8881-249F27AAE9BD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B9FF057-95E0-49AC-9809-73422CFFA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3C8B054-9EFC-4404-AEF6-56800CAB2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898cc1ccb43f8" /><Relationship Type="http://schemas.openxmlformats.org/officeDocument/2006/relationships/slideLayout" Target="/ppt/slideLayouts/slideLayout1.xml" Id="R52ca68e2ec4f4e9b" /><Relationship Type="http://schemas.openxmlformats.org/officeDocument/2006/relationships/slideLayout" Target="/ppt/slideLayouts/slideLayout2.xml" Id="R6cb8ae6de3a54430" /><Relationship Type="http://schemas.openxmlformats.org/officeDocument/2006/relationships/slideLayout" Target="/ppt/slideLayouts/slideLayout3.xml" Id="Rf23c566381164aa0" /><Relationship Type="http://schemas.openxmlformats.org/officeDocument/2006/relationships/slideLayout" Target="/ppt/slideLayouts/slideLayout4.xml" Id="R00c8e8939fba4682" /><Relationship Type="http://schemas.openxmlformats.org/officeDocument/2006/relationships/slideLayout" Target="/ppt/slideLayouts/slideLayout5.xml" Id="R6f2ea4c0a576439d" /><Relationship Type="http://schemas.openxmlformats.org/officeDocument/2006/relationships/slideLayout" Target="/ppt/slideLayouts/slideLayout6.xml" Id="Rbee9c4057a294a53" /><Relationship Type="http://schemas.openxmlformats.org/officeDocument/2006/relationships/slideLayout" Target="/ppt/slideLayouts/slideLayout7.xml" Id="Rbc8bffb12ff441df" /><Relationship Type="http://schemas.openxmlformats.org/officeDocument/2006/relationships/slideLayout" Target="/ppt/slideLayouts/slideLayout8.xml" Id="Rc01fab1cb2b54273" /><Relationship Type="http://schemas.openxmlformats.org/officeDocument/2006/relationships/slideLayout" Target="/ppt/slideLayouts/slideLayout9.xml" Id="Rcbca5430599d4928" /><Relationship Type="http://schemas.openxmlformats.org/officeDocument/2006/relationships/slideLayout" Target="/ppt/slideLayouts/slideLayout10.xml" Id="Rb89c6468365a42e7" /><Relationship Type="http://schemas.openxmlformats.org/officeDocument/2006/relationships/slideLayout" Target="/ppt/slideLayouts/slideLayout11.xml" Id="Ra576b5a81aa14d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222677E-F595-41DE-901C-E9946DD2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1CDBBE-061D-43D1-BA2A-14F2DB5C9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2271BB6-B75A-4B0D-9469-A71BA8FD78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26EC2E-D34C-4476-B4C7-64731BF56572}" type="datetime1">
              <a:t>2026-07-02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88A60C-94D7-4815-A625-646827715A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8CC7DD-ED11-4EB4-99CA-698879F384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a68e2ec4f4e9b"/>
    <p:sldLayoutId xmlns:r="http://schemas.openxmlformats.org/officeDocument/2006/relationships" id="2147483650" r:id="R6cb8ae6de3a54430"/>
    <p:sldLayoutId xmlns:r="http://schemas.openxmlformats.org/officeDocument/2006/relationships" id="2147483651" r:id="Rf23c566381164aa0"/>
    <p:sldLayoutId xmlns:r="http://schemas.openxmlformats.org/officeDocument/2006/relationships" id="2147483652" r:id="R00c8e8939fba4682"/>
    <p:sldLayoutId xmlns:r="http://schemas.openxmlformats.org/officeDocument/2006/relationships" id="2147483653" r:id="R6f2ea4c0a576439d"/>
    <p:sldLayoutId xmlns:r="http://schemas.openxmlformats.org/officeDocument/2006/relationships" id="2147483654" r:id="Rbee9c4057a294a53"/>
    <p:sldLayoutId xmlns:r="http://schemas.openxmlformats.org/officeDocument/2006/relationships" id="2147483655" r:id="Rbc8bffb12ff441df"/>
    <p:sldLayoutId xmlns:r="http://schemas.openxmlformats.org/officeDocument/2006/relationships" id="2147483656" r:id="Rc01fab1cb2b54273"/>
    <p:sldLayoutId xmlns:r="http://schemas.openxmlformats.org/officeDocument/2006/relationships" id="2147483657" r:id="Rcbca5430599d4928"/>
    <p:sldLayoutId xmlns:r="http://schemas.openxmlformats.org/officeDocument/2006/relationships" id="2147483658" r:id="Rb89c6468365a42e7"/>
    <p:sldLayoutId xmlns:r="http://schemas.openxmlformats.org/officeDocument/2006/relationships" id="2147483659" r:id="Ra576b5a81aa14dcf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9d56de54a41c8" /><Relationship Type="http://schemas.openxmlformats.org/officeDocument/2006/relationships/image" Target="/ppt/media/image.png" Id="Ra7258fbf0bd444a0" /><Relationship Type="http://schemas.openxmlformats.org/officeDocument/2006/relationships/image" Target="/ppt/media/image2.png" Id="R1b489f8e0fa2400d" /><Relationship Type="http://schemas.openxmlformats.org/officeDocument/2006/relationships/notesSlide" Target="/ppt/notesSlides/notesSlide1.xml" Id="R32d39d843b044f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e327eba8c84ac7" /><Relationship Type="http://schemas.openxmlformats.org/officeDocument/2006/relationships/image" Target="/ppt/media/image3.png" Id="R98c042adbdc74ec0" /><Relationship Type="http://schemas.openxmlformats.org/officeDocument/2006/relationships/notesSlide" Target="/ppt/notesSlides/notesSlide2.xml" Id="Rb3ece61b9701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3e0e92f1f4928" /><Relationship Type="http://schemas.openxmlformats.org/officeDocument/2006/relationships/image" Target="/ppt/media/image3.png" Id="R3a76e58a129a4fbb" /><Relationship Type="http://schemas.openxmlformats.org/officeDocument/2006/relationships/notesSlide" Target="/ppt/notesSlides/notesSlide3.xml" Id="Rf8fa34c3b8b6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c431e38ba4129" /><Relationship Type="http://schemas.openxmlformats.org/officeDocument/2006/relationships/image" Target="/ppt/media/image3.png" Id="R431beee516674f0b" /><Relationship Type="http://schemas.openxmlformats.org/officeDocument/2006/relationships/notesSlide" Target="/ppt/notesSlides/notesSlide4.xml" Id="R5d1b83baca20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0401c2412a4b96" /><Relationship Type="http://schemas.openxmlformats.org/officeDocument/2006/relationships/image" Target="/ppt/media/image3.png" Id="R3074e4303d58458c" /><Relationship Type="http://schemas.openxmlformats.org/officeDocument/2006/relationships/notesSlide" Target="/ppt/notesSlides/notesSlide5.xml" Id="Rc99028cf7c8e4a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ff8c740eb48fb" /><Relationship Type="http://schemas.openxmlformats.org/officeDocument/2006/relationships/image" Target="/ppt/media/image3.png" Id="R3a8b336c807a4ddb" /><Relationship Type="http://schemas.openxmlformats.org/officeDocument/2006/relationships/image" Target="/ppt/media/image4.png" Id="Rf3c9e27bba3d46ee" /><Relationship Type="http://schemas.openxmlformats.org/officeDocument/2006/relationships/image" Target="/ppt/media/image5.png" Id="R13d5838b815b40b7" /><Relationship Type="http://schemas.openxmlformats.org/officeDocument/2006/relationships/notesSlide" Target="/ppt/notesSlides/notesSlide6.xml" Id="Rdb14f4929728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5fb4a3fae494a" /><Relationship Type="http://schemas.openxmlformats.org/officeDocument/2006/relationships/image" Target="/ppt/media/image3.png" Id="Rd6502441d78d4c9d" /><Relationship Type="http://schemas.openxmlformats.org/officeDocument/2006/relationships/image" Target="/ppt/media/image6.png" Id="R907f1f27248f4db8" /><Relationship Type="http://schemas.openxmlformats.org/officeDocument/2006/relationships/notesSlide" Target="/ppt/notesSlides/notesSlide7.xml" Id="Rb1e89ab774c54e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094638c6547d6" /><Relationship Type="http://schemas.openxmlformats.org/officeDocument/2006/relationships/image" Target="/ppt/media/image3.png" Id="R4573a7de6a0a4d26" /><Relationship Type="http://schemas.openxmlformats.org/officeDocument/2006/relationships/image" Target="/ppt/media/image7.png" Id="Rd58c190d7fe148ff" /><Relationship Type="http://schemas.openxmlformats.org/officeDocument/2006/relationships/image" Target="/ppt/media/image8.png" Id="Rc3426ff7e36248d5" /><Relationship Type="http://schemas.openxmlformats.org/officeDocument/2006/relationships/notesSlide" Target="/ppt/notesSlides/notesSlide8.xml" Id="R1a0165de439b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34dfa372f4f51" /><Relationship Type="http://schemas.openxmlformats.org/officeDocument/2006/relationships/image" Target="/ppt/media/image3.png" Id="R3711d11af4f24097" /><Relationship Type="http://schemas.openxmlformats.org/officeDocument/2006/relationships/image" Target="/ppt/media/image9.png" Id="Rcc859d390b284bec" /><Relationship Type="http://schemas.openxmlformats.org/officeDocument/2006/relationships/image" Target="/ppt/media/image10.png" Id="R9dba6c707f834863" /><Relationship Type="http://schemas.openxmlformats.org/officeDocument/2006/relationships/notesSlide" Target="/ppt/notesSlides/notesSlide9.xml" Id="R6cd5ed22c46142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7e5e46d8342bb" /><Relationship Type="http://schemas.openxmlformats.org/officeDocument/2006/relationships/image" Target="/ppt/media/image3.png" Id="R8f753ac72452476b" /><Relationship Type="http://schemas.openxmlformats.org/officeDocument/2006/relationships/image" Target="/ppt/media/image11.png" Id="R34c32a577b0f4dbc" /><Relationship Type="http://schemas.openxmlformats.org/officeDocument/2006/relationships/image" Target="/ppt/media/image12.png" Id="R73ade6a8ae21426d" /><Relationship Type="http://schemas.openxmlformats.org/officeDocument/2006/relationships/notesSlide" Target="/ppt/notesSlides/notesSlide10.xml" Id="Rf2f095a9839e40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b0ee575044693" /><Relationship Type="http://schemas.openxmlformats.org/officeDocument/2006/relationships/image" Target="/ppt/media/image3.png" Id="R0ec165725bba492a" /><Relationship Type="http://schemas.openxmlformats.org/officeDocument/2006/relationships/image" Target="/ppt/media/image13.png" Id="Re67a339489374ed3" /><Relationship Type="http://schemas.openxmlformats.org/officeDocument/2006/relationships/image" Target="/ppt/media/image14.png" Id="Re0e0fadc9dc4477d" /><Relationship Type="http://schemas.openxmlformats.org/officeDocument/2006/relationships/notesSlide" Target="/ppt/notesSlides/notesSlide11.xml" Id="Rfda81181e9c645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e503e92444a29" /><Relationship Type="http://schemas.openxmlformats.org/officeDocument/2006/relationships/image" Target="/ppt/media/image3.png" Id="R357e6d5fde7e4a55" /><Relationship Type="http://schemas.openxmlformats.org/officeDocument/2006/relationships/image" Target="/ppt/media/image15.png" Id="R1b415a7dab524ca9" /><Relationship Type="http://schemas.openxmlformats.org/officeDocument/2006/relationships/notesSlide" Target="/ppt/notesSlides/notesSlide12.xml" Id="Rf5b7c623619843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a0bfc756c4154" /><Relationship Type="http://schemas.openxmlformats.org/officeDocument/2006/relationships/image" Target="/ppt/media/image3.png" Id="R451d7e12025d4c27" /><Relationship Type="http://schemas.openxmlformats.org/officeDocument/2006/relationships/notesSlide" Target="/ppt/notesSlides/notesSlide13.xml" Id="R97a4150ee87949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32958b2d449d9" /><Relationship Type="http://schemas.openxmlformats.org/officeDocument/2006/relationships/image" Target="/ppt/media/image3.png" Id="Rde942e3be6344c9c" /><Relationship Type="http://schemas.openxmlformats.org/officeDocument/2006/relationships/notesSlide" Target="/ppt/notesSlides/notesSlide14.xml" Id="Ra7753300c8e64d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2A6B4A0-DDF5-4F46-B14B-0A3A856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9144000" cy="234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9" name="Picture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258fbf0bd444a0"/>
          <a:srcRect xmlns:a="http://schemas.openxmlformats.org/drawingml/2006/main" l="1036" t="0" r="0" b="0"/>
          <a:stretch xmlns:a="http://schemas.openxmlformats.org/drawingml/2006/main"/>
        </p:blipFill>
        <p:spPr>
          <a:xfrm xmlns:a="http://schemas.openxmlformats.org/drawingml/2006/main" rot="21600000">
            <a:off x="0" y="764704"/>
            <a:ext cx="4716016" cy="3524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9f8e0fa2400d"/>
          <a:srcRect xmlns:a="http://schemas.openxmlformats.org/drawingml/2006/main" l="21956" t="40516" r="21023" b="44641"/>
          <a:stretch xmlns:a="http://schemas.openxmlformats.org/drawingml/2006/main"/>
        </p:blipFill>
        <p:spPr>
          <a:xfrm xmlns:a="http://schemas.openxmlformats.org/drawingml/2006/main">
            <a:off x="7528235" y="98344"/>
            <a:ext cx="1498208" cy="347199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F9506-6842-4ED1-A34D-38C83BC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1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A3535"/>
                </a:solidFill>
                <a:latin typeface="맑은 고딕"/>
                <a:ea typeface="맑은 고딕"/>
                <a:cs typeface="맑은 고딕"/>
              </a:defRPr>
            </a:pPr>
            <a:r>
              <a:rPr sz="3675" b="1">
                <a:solidFill>
                  <a:srgbClr val="9A3535"/>
                </a:solidFill>
                <a:latin typeface="맑은 고딕"/>
                <a:ea typeface="맑은 고딕"/>
                <a:cs typeface="맑은 고딕"/>
              </a:rPr>
              <a:t>응용소프트웨어 제작설계서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160F5-A085-4973-A789-725EAA0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7787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>
                <a:solidFill>
                  <a:srgbClr val="77787A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473FD-A78E-440B-B452-151A786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558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주요 기능과 화면 설계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26E704-2760-4FAA-95FA-6D0E2DC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2026. 09. 05</a:t>
            </a:r>
          </a:p>
        </p:txBody>
      </p:sp>
    </p:spTree>
    <p:extLst>
      <p:ext uri="{BB962C8B-B14F-4D97-AF65-F5344CB8AC3E}">
        <p14:creationId xmlns:p14="http://schemas.microsoft.com/office/powerpoint/2010/main" val="338925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개요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042adbdc74e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622DDE-842F-477E-9369-35BB2C5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목표를 계획으로, 끊긴 실행을 다시 시작으로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93CFEC-48E1-4D22-919D-2BF91175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56AC180-145B-4A29-8A4B-AB80D3A8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1D7E033-C4DD-4E25-B28E-D1194292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해야 할 일을 정하고, 실행이 끊기면 못한 이유를 확인한다.</a:t>
            </a:r>
          </a:p>
          <a:p xmlns:a="http://schemas.openxmlformats.org/drawingml/2006/main">
            <a:pPr>
              <a:defRPr sz="187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다시 할 수 있도록 분량과 시간을 조정한다.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4618F0-5355-482F-A96A-10B6F01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7655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B5ABE0-1856-40BF-B07D-916BCCB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E9C1BB-3DEF-4C9A-ABAB-803887F9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3EBB67-05B4-45BA-9597-CD0C966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80D6EF-766E-4F38-9F2B-FBD90AC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파악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699CB9-8557-4869-89E2-E43828B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1942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계획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B2B91FC-1ADC-41FA-AC3F-CACDE6AF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1942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6802E3-3779-4B85-BBF8-53019E9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165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A16A45-EACA-4979-9C98-1E8749F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목표와 조건 입력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5A8CA6-3AD6-4394-85F1-885B818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초안 수정과 승인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557E5D-4CE2-4759-8A07-5EB0BD7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052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집중과 결과 기록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64FDC6F-B869-472C-9E05-F585E54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기록을 보고 조정</a:t>
            </a:r>
          </a:p>
        </p:txBody>
      </p:sp>
      <p:cxnSp>
        <p:nvCxnSpPr>
          <p:cNvPr id="133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305050" y="34099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4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4438650" y="34099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6572250" y="34099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3039A6-02B4-4A92-A9C5-4274B1B7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2495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 계획 선택</a:t>
            </a:r>
          </a:p>
        </p:txBody>
      </p:sp>
      <p:cxnSp>
        <p:nvCxnSpPr>
          <p:cNvPr id="137" name=""/>
          <p:cNvCxnSpPr>
            <a:stCxn xmlns:a="http://schemas.openxmlformats.org/drawingml/2006/main" id="93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5629275" y="3943350"/>
            <a:ext cx="1524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8" name=""/>
          <p:cNvCxnSpPr>
            <a:stCxn xmlns:a="http://schemas.openxmlformats.org/drawingml/2006/main" id="106" idx="1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H="1" flipV="1">
            <a:off x="3495675" y="3943350"/>
            <a:ext cx="1038225" cy="11334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8D0A3FF-7A25-4ADE-BD91-5A4E4A98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일부 완료 또는 실패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6621057-1A4A-4D03-813B-B139C8F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9775"/>
            <a:ext cx="824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분량을 줄이거나 시간을 바꾼다. 사용자가 확인한 변경만 반영한다.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6e58a129a4f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405F7AE-C0C5-447F-8280-8F015BF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사용자가 앱에서 하려는 다섯 가지 일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E6931DD-A98A-4FFF-87E3-3F7C3F9B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67705F-941C-4CCA-B2A1-E4F1E20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2DEA800-DEC5-4CE9-A9CD-2E8FFFE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58197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9F2225-F2B5-4F2D-8BA3-94A32C0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B86E05-5012-4480-A389-B9AB216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721646D-43C9-4A9B-AFDA-38EB34F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 목표별 실행 계획 만들기</a:t>
            </a:r>
          </a:p>
        </p:txBody>
      </p:sp>
      <p:cxnSp>
        <p:nvCxnSpPr>
          <p:cNvPr id="116" name=""/>
          <p:cNvCxnSpPr>
            <a:stCxn xmlns:a="http://schemas.openxmlformats.org/drawingml/2006/main" id="92" idx="3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733550" y="2624138"/>
            <a:ext cx="17335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E5D1FC-EAFD-4E36-820B-E6663514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UC-02  궁극적 목표와 만다라트</a:t>
            </a:r>
          </a:p>
        </p:txBody>
      </p:sp>
      <p:cxnSp>
        <p:nvCxnSpPr>
          <p:cNvPr id="118" name=""/>
          <p:cNvCxnSpPr>
            <a:stCxn xmlns:a="http://schemas.openxmlformats.org/drawingml/2006/main" id="92" idx="3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1733550" y="3367088"/>
            <a:ext cx="1733550" cy="6143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412D3E-3977-4EE0-A77E-F03EA5A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 집중과 회복 기록</a:t>
            </a:r>
          </a:p>
        </p:txBody>
      </p:sp>
      <p:cxnSp>
        <p:nvCxnSpPr>
          <p:cNvPr id="120" name=""/>
          <p:cNvCxnSpPr>
            <a:stCxn xmlns:a="http://schemas.openxmlformats.org/drawingml/2006/main" id="92" idx="3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1733550" y="3981450"/>
            <a:ext cx="1733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C92687A-A374-43C1-BDBA-6B16983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624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UC-04  주간 일정과 리뷰</a:t>
            </a:r>
          </a:p>
        </p:txBody>
      </p:sp>
      <p:cxnSp>
        <p:nvCxnSpPr>
          <p:cNvPr id="122" name=""/>
          <p:cNvCxnSpPr>
            <a:stCxn xmlns:a="http://schemas.openxmlformats.org/drawingml/2006/main" id="92" idx="3"/>
            <a:endCxn xmlns:a="http://schemas.openxmlformats.org/drawingml/2006/main" id="99" idx="2"/>
          </p:cNvCxnSpPr>
          <p:nvPr/>
        </p:nvCxnSpPr>
        <p:spPr>
          <a:xfrm xmlns:a="http://schemas.openxmlformats.org/drawingml/2006/main">
            <a:off x="1733550" y="3981450"/>
            <a:ext cx="1733550" cy="8715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48BFF10-0A69-4DF8-96A1-DB83A8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054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 메모를 목표와 할 일로 전환</a:t>
            </a:r>
          </a:p>
        </p:txBody>
      </p:sp>
      <p:cxnSp>
        <p:nvCxnSpPr>
          <p:cNvPr id="124" name=""/>
          <p:cNvCxnSpPr>
            <a:stCxn xmlns:a="http://schemas.openxmlformats.org/drawingml/2006/main" id="92" idx="3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733550" y="3981450"/>
            <a:ext cx="1733550" cy="16144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beee516674f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AF7119-83DF-46D5-9ACA-7DE8B68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 조건과 완료 결과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FA17AD-325C-4EE2-A3E1-AE449C7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E843C7-B584-47FC-B838-7224667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mlns:a="http://schemas.openxmlformats.org/drawingml/2006/main" x="419100" y="1857375"/>
          <a:ext xmlns:a="http://schemas.openxmlformats.org/drawingml/2006/main" cx="83058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52600"/>
                <a:gridCol w="2790825"/>
                <a:gridCol w="3762375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조건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결과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UC-01</a:t>
                      </a:r>
                    </a:p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목표를 입력하거나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미계획 목표를 선택한다.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수정하고 승인한 할 일이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오늘과 주간 일정에 표시된다.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UC-02</a:t>
                      </a:r>
                    </a:p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관리에서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목표, 하위 8개 영역,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행동을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UC-03</a:t>
                      </a:r>
                    </a:p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실행과 회복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일을 시작한다.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못한 경우 원인을 남긴다.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결과를 기록한다. 필요하면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계획을 확인하고 반영한다.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UC-04</a:t>
                      </a:r>
                    </a:p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리뷰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계획이나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리뷰를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 결과와 실행 기록,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습관 조정 제안을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UC-05</a:t>
                      </a:r>
                    </a:p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전환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생각이나 자료를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인박스에 적어둔다.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남긴 채 목표, 할 일로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옮기거나 자료 단계를 채택한다.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5AF80E-232F-42E8-987D-8BFC1045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공통 조건: 로그인한 사용자. 저장하지 못한 경우에는 완료로 처리하지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4e4303d5845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331AFC-B65D-46CD-BFB8-D93BA57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처음에는 계획을 만들고, 이후에는 세 탭으로 사용한다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CA5E2E-0EE2-4129-B735-7DDCB1A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1CC75E-E091-46CB-B68A-2E16E27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2C83BB-D711-418B-A382-0D52B1D4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19275"/>
            <a:ext cx="824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처음 이용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E84FA1-6B81-4533-ABCF-C03762A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파악과 분류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DEFAE5-67FF-42DB-9BA3-37F55B4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288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조건과 자료 확인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040965B-0BCE-4081-BC65-1BF2302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초안 수정과 승인</a:t>
            </a:r>
          </a:p>
        </p:txBody>
      </p:sp>
      <p:cxnSp>
        <p:nvCxnSpPr>
          <p:cNvPr id="11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971800" y="2524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5848350" y="2524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4D762E-72C1-466C-9F7D-90026B81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71825"/>
            <a:ext cx="824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일상 사용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0EB0E6-46ED-4F2B-B051-0260868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226B46-7725-402D-B58D-CA09C73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14825"/>
            <a:ext cx="2352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일과 집중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결과 기록과 회복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A7D1A37-011E-4978-9726-DFA2039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90925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계획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538898-FE98-4851-A9C7-C0A437C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14825"/>
            <a:ext cx="2352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달력과 일정 수정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습관 조정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69EF7C-5D79-4F3F-898A-2102DEA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7D4934-61B6-4080-9ED1-FFAFD776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4825"/>
            <a:ext cx="2352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메모와 자료 보관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목표와 할 일로 전환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21C8E3-8F46-47E3-A0B6-18819D2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4352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추가 메뉴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DD21BD-8921-414F-B9E2-7B12612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6591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 → 재인터뷰, 궁극적 목표와 만다라트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저녁 체크인, 설정과 내 정보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8DAB6F-4DA7-471E-B8E1-1B955DD7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43625"/>
            <a:ext cx="821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모바일은 하단 탭, 데스크톱은 사이드바를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b336c807a4d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C8FF45-BFF6-41BE-B755-0BDCA23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목표 분류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9AFEAB-82C0-4369-97E0-61A36558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1DCD57-389E-4CA4-85A0-72CDD38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9e27bba3d46ee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838b815b40b7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5819A6D-3E01-4BD5-A0D6-EB3081B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목표와 조건에 답하기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2D8CD0D-4688-45C7-9429-E227CA1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집중, 유지, 보류 정하기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2CC42EB-3004-430B-BF00-4294D611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7642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목표와 가능한 시간을 답한다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4DF95D-DFC1-43E5-A35A-9386CCEB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47900"/>
            <a:ext cx="37242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목표, 기한, 가용 시간과 방해 조건을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입력한다. 부족한 항목이 있으면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앱이 필요한 질문을 이어서 보여준다.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3BCB0C-10A1-4F26-8780-D18F55F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62325"/>
            <a:ext cx="3724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D3E6F7B-E2B2-418A-A51D-CDA5923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6235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실행할 목표를 직접 정한다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B5FC06-AB76-4AD9-AAEE-9B53D6A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33825"/>
            <a:ext cx="3724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답변에서 찾은 목표 후보를 확인하고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집중, 유지, 보류로 조정한다.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보류한 목표는 일정에 넣지 않는다.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365D86-37EE-46EC-9DCB-CAA4ACDD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00625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핵심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236115-70F8-4997-9937-B7FAFD2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62575"/>
            <a:ext cx="3724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질문과 목표 후보를 나누어 받는다.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사용자가 분류를 확인한 뒤 계획한다.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CFD804-4157-4019-9AFD-36F2247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15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02441d78d4c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45F3B0-D961-4F0D-8D77-E7E091F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 주간 계획 생성과 승인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8C7EB4-38F0-4CB4-BFF3-948E864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DA3659-2884-4A99-A46C-A2D7A579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1f27248f4db8"/>
          <a:stretch xmlns:a="http://schemas.openxmlformats.org/drawingml/2006/main"/>
        </p:blipFill>
        <p:spPr>
          <a:xfrm xmlns:a="http://schemas.openxmlformats.org/drawingml/2006/main">
            <a:off x="594455" y="1800225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27DB3F-1D59-4FAE-B26D-A8A7FB0A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2343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주간 계획 초안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22FB7D-02F4-4DC0-9CBD-F301C5E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1. 계획에 쓸 조건을 확인한다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48E8064-E4C2-45BD-AE05-D4423B3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57425"/>
            <a:ext cx="54006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목표의 큰 단계, 고정 일정, 가능한 시간과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참고 자료를 확인한다. 자료가 없으면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건너뛰고 계획을 만들 수 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97E698-E06A-481B-A7A5-68EC7DC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71850"/>
            <a:ext cx="5400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64F532-B672-452E-B36A-FBEFAEBF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71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2. 제안된 할 일과 시간을 고친다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0A4ABAD-B9D3-4E64-8AA3-5371EE8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43350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AI가 만든 할 일을 주간 시간표로 보여준다.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누르거나 끌어서 시간과 분량을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고친 뒤, 실행 가능한 계획인지 확인한다.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AE5004-D7AC-4E5D-AEF8-BD2FFFE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10175"/>
            <a:ext cx="540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3. 승인한 계획만 사용한다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17642E-AD7F-4E7C-90E3-33F40A8D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91175"/>
            <a:ext cx="5400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초안 생성과 최종 저장을 구분한다.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승인이 끝나면 오늘 실행에서 시작한다.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1F6B30-7336-4802-87DA-3AD5A5C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10300"/>
            <a:ext cx="540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3a7de6a0a4d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DA0FBE-7A15-4243-B61B-96FEC9C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궁극적 목표 인터뷰와 만다라트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7EB0EC-445C-49A3-8CAC-1C99F61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6B07C55-2BD0-4693-A526-C116684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c190d7fe148ff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26ff7e36248d5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8C15C7-4504-4864-A182-AE98899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장기적으로 원하는 방향 정하기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52CFC5-1730-45D5-AF9A-6D7C9EA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영역별 행동 확인하기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3F9BC8-7693-4CC1-94E8-5B76C40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7642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장기적인 방향을 먼저 정한다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860B32-C9A5-46CB-94AF-087010A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47900"/>
            <a:ext cx="37242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관리에서 궁극적 목표 인터뷰를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시작한다. 이번 주 일정이 아니라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장기적으로 원하는 방향을 구체화한다.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464E0D-7FC4-4C4D-A62B-A9ACD505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90900"/>
            <a:ext cx="3724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C2EE99-E863-4FE4-AD3E-DB3EBE42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8140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큰 목표를 구체적인 행동으로 나눈다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53C930-60DD-4666-B967-B939BDA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52875"/>
            <a:ext cx="37242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중심 목표 1개에서 하위 8개 영역,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영역마다 최대 8개 행동을 만든다.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초안을 고치고 승인한 뒤 관리한다.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BADF9C-370E-4D4D-AB30-C9DAD91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00625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핵심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F89753-ADA3-4756-A7CE-6C682A9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62575"/>
            <a:ext cx="37242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직접 고친 내용을 남겨두고 필요한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영역을 다시 만든다. 각 칸의 완료와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진행 상황을 따로 확인할 수 있다.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F82704-CEC0-401E-A0EB-BE332006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15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1d11af4f2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041797E-6D08-4108-B90C-A363BE5C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 실행과 집중 기록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D499302-6FE1-4514-BD09-AFEC2FFC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CAD3FD3-2935-469F-B631-AEF96B2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59d390b284bec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a6c707f834863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F60413-20B6-4BC8-A71D-C559200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오늘 할 일 선택하기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66BF792-0592-4156-B008-A849C0E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집중하고 결과 남기기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62B1F5-6346-4750-A034-AA45CEF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7642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지금 할 일을 바로 고른다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B4516E-369D-4042-A256-992EADD7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47900"/>
            <a:ext cx="37242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진행 중인 일을 먼저 보여주고,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없으면 우선순위와 시작 시간을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기준으로 다음 할 일을 제시한다.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460CD5-C172-4015-B60F-84CA6B4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62325"/>
            <a:ext cx="3724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30FE05-A126-44B7-91A4-F369D4A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6235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집중한 시간과 결과를 남긴다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D8BEE5-530B-41C6-BA9F-2EC6E541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33825"/>
            <a:ext cx="3724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 모드에서 시작, 일시정지,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재개를 선택한다. 끝나면 완료,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일부 완료, 실패를 구분해 기록한다.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1624AC-2BAB-482D-80AC-E14BD1C9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00625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핵심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E981E3-2F56-42A0-8B92-CC3AEE8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62575"/>
            <a:ext cx="3724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같은 실행 번호로 결과를 저장한다.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일시정지는 실패로 남기지 않는다.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일부 완료와 실패는 회복으로 잇는다.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079A20-DDF5-4277-8793-A8EAAEB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15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53ac7245247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098009F-3125-4D07-BAB0-B4A1CA07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원인에 맞춘 회복과 리플랜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673DB2-B8C0-4537-9163-BC57377C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26D761-4010-4E57-A69B-FA27DE4D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32a577b0f4dbc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de6a8ae21426d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D0B02D-8B62-4AE4-94AB-3FD2975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다시 할 수 있는 제안 고르기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224CDA-38E5-4854-AB3B-38AE8A5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변경 전후 확인하기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A93C82-5DA9-40A8-AFAB-6BF5FB5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못한 이유를 바탕으로 다시 정한다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EB77BE-CD20-4FB1-9825-90E8C67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38375"/>
            <a:ext cx="37242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원인을 1~2개 선택해 남긴다.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 화면에서는 분량 줄이기,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변경, 내일 이어 하기, 보류 중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현재 상황에 맞는 제안을 고른다.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26D63D-6A4B-4E3D-A156-867777E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81400"/>
            <a:ext cx="3724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9DC0EB-06E8-4529-99A4-D54DC7D0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77190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달라질 내용을 보고 반영한다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C37A11E-1FCA-48BC-9A66-2A9F5D8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43375"/>
            <a:ext cx="37242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바뀌는 할 일, 분량과 시간을 확인한다.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승인 요청이 성공한 뒤에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실행으로 돌아간다.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30A73A-E7F4-4DA4-9584-E3C94EAA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19675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핵심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0810A2-3002-4BA2-8A47-5F674A3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81625"/>
            <a:ext cx="37242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결과와 원인 저장 → 회복 제안 조회</a:t>
            </a:r>
          </a:p>
          <a:p xmlns:a="http://schemas.openxmlformats.org/drawingml/2006/main">
            <a:pPr>
              <a:def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→ 선택 저장 → 변경 확인 → 승인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A02912-46B4-4E46-9547-E012039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15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165725bba49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34EB011-E4BD-4B26-AE39-2E87EDFA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일정 수정과 주간 리뷰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8ACC4C-A621-41AC-B795-2B5D852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96E6E6-B337-4AD3-8725-E3B424BA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a339489374ed3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0fadc9dc4477d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DE18A1-2805-4E80-BA4A-7B86D2DA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한 주 일정 확인하고 고치기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97CC0BF-A5CC-4A96-A3E0-9650DE4E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912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실행 기록과 습관 돌아보기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AAD6B5-8EB7-4E45-B925-179D386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7642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시간표에서 일정을 조정한다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2C31EC-853A-417F-BF84-DFD1C9B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47900"/>
            <a:ext cx="37242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달력에서 할 일과 시간을 본다.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눌러 내용을 고치거나,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끌어서 15분 단위로 시간을 옮긴다.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6CE333-849E-484E-983F-41F5995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62325"/>
            <a:ext cx="3724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531381-3FE7-4FBE-A5A8-BE4C7ED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62350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기록을 보고 다음 실행을 조정한다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AE1A6D-9D33-44DC-B99D-A7B39D3B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33825"/>
            <a:ext cx="37242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실행 결과와 회복 기록을 읽는다.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최근 3주 습관 기록을 바탕으로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횟수 조정 제안을 확인한다.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5183EE-41C2-4B30-A20B-947B4AD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00625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핵심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2959D52-4D84-4C48-B16C-4268C30C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62575"/>
            <a:ext cx="3724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받아온 기록만 통계로 표시한다.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겹치는 일정은 나란히 배치해</a:t>
            </a:r>
          </a:p>
          <a:p xmlns:a="http://schemas.openxmlformats.org/drawingml/2006/main">
            <a:pPr>
              <a:def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같은 시간의 계획을 확인하게 한다.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CDAF81-033E-4DFA-8770-4317AE4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15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e6d5fde7e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5E2230-AF2A-45C6-84BF-3ABFD11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 기록을 목표와 할 일로 전환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207828-D34B-40B4-AD3B-6A259A3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19A52D8-8D29-4CC4-81D2-F6B03E9D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15a7dab524ca9"/>
          <a:stretch xmlns:a="http://schemas.openxmlformats.org/drawingml/2006/main"/>
        </p:blipFill>
        <p:spPr>
          <a:xfrm xmlns:a="http://schemas.openxmlformats.org/drawingml/2006/main">
            <a:off x="594455" y="1809750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9C0B00E-C585-453D-BCAF-46B4E7B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2552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기록과 자료를 모아두는 인박스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DD7A17A-7567-41E3-85E3-4F9FD0A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6690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떠오른 생각은 먼저 적어둔다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202A1C-F518-4C6D-9277-C6BD4E2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38375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메모와 자료를 인박스에 저장하고 분류한다.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아직 실행할 필요가 없는 내용도 지우지 않고</a:t>
            </a:r>
          </a:p>
          <a:p xmlns:a="http://schemas.openxmlformats.org/drawingml/2006/main">
            <a:pPr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보관했다가 다시 꺼낼 수 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8CDEF3-5F79-4C44-9662-D4E9FE60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00450"/>
            <a:ext cx="1552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원문 기록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6B645DD-9A65-4F27-953D-36874C82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57550"/>
            <a:ext cx="1447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800AEE0-5654-4191-86B8-D049A0F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05275"/>
            <a:ext cx="1447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cxnSp>
        <p:nvCxnSpPr>
          <p:cNvPr id="11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4819650" y="3529013"/>
            <a:ext cx="771525" cy="385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9" name=""/>
          <p:cNvCxnSpPr>
            <a:stCxn xmlns:a="http://schemas.openxmlformats.org/drawingml/2006/main" id="94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4819650" y="3914775"/>
            <a:ext cx="771525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888BC64-4B23-42E5-9CD0-3D6BAB2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0540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필요한 내용만 실행에 사용한다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1E90F1E-AF64-4FF3-B862-E3E3CED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76875"/>
            <a:ext cx="5400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기록 상세에서 목표나 할 일로 전환한다.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자료는 필요한 단계를 골라 오늘 할 일에 넣는다.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전환 뒤에도 원문을 남겨 맥락을 확인할 수 있다.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43F43A-AA02-4E99-8FA0-7832FCA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00775"/>
            <a:ext cx="540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설계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d7e12025d4c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0BDE94-987E-4AF9-97C9-1A214CF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화면이 바뀌어도 입력과 실행 기록을 유지한다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4809C5-40B3-4768-A171-37127117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192A74-C2C3-46BB-9E8B-9A9C91F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187D523-0B17-406A-BCFA-F7F45E5A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입력과 초안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68B233-BE74-43FD-9ED4-006118B7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 확인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92FCD4-A690-4A97-9744-0CA91807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저장 요청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1ED811B-7643-44AA-B71B-445F012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완료 화면</a:t>
            </a:r>
          </a:p>
        </p:txBody>
      </p:sp>
      <p:cxnSp>
        <p:nvCxnSpPr>
          <p:cNvPr id="113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3050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44386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15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65722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FA2752-F572-4EE6-AA41-6BA12B68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저장 성공 후 이동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419100" y="3324225"/>
          <a:ext xmlns:a="http://schemas.openxmlformats.org/drawingml/2006/main" cx="8305800" cy="2514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14550"/>
                <a:gridCol w="6191250"/>
              </a:tblGrid>
              <a:tr h="400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기준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화면에서 지키는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생성과 승인을 분리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계획이나 회복안을 만들었다고 바로 확정하지 않는다.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내용을 확인하고 승인한 뒤 반영한다.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번호 유지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번호를 집중, 결과 기록, 회복에서 함께 사용한다.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회복 화면에 다시 들어와도 새 실패 기록을 만들지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실패하면 상태를 유지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초안과 입력을 유지하고 다시 시도할 수 있게 한다.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회복 승인 재시도에는 같은 실행 번호의 요청 키를 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2A1D949-85CA-4CD8-8896-860FF37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핵심은 화면 전환보다 저장 결과를 먼저 확인하는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범위</a:t>
            </a:r>
            <a:endParaRPr sz="1700" b="0" i="0" u="none" kern="1200" cap="none" spc="-50" baseline="0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42e3be6344c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26B76D-B1D9-424D-B1FA-E27D36E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보조 기능과 아직 완성하지 않은 부분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466950-8621-4165-8390-CDE04D32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484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86C8C6-9D72-471F-A4CD-AB00587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484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3922B5-4F62-4CC2-AA04-C54CBCA9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함께 제공하는 기능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34AD8B-9000-4E26-9064-26BAD25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8305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시간과 고정 일정 설정, 목표 재인터뷰, 습관 관리, 저녁 체크인, 내 정보.</a:t>
            </a:r>
          </a:p>
          <a:p xmlns:a="http://schemas.openxmlformats.org/drawingml/2006/main">
            <a:pPr>
              <a:def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핵심 실행을 돕는 기능으로 묶고, 별도 화면 설명은 생략했다.</a:t>
            </a:r>
          </a:p>
        </p:txBody>
      </p:sp>
      <p:graphicFrame>
        <p:nvGraphicFramePr>
          <p:cNvPr id="105" name=""/>
          <p:cNvGraphicFramePr/>
          <p:nvPr/>
        </p:nvGraphicFramePr>
        <p:xfrm>
          <a:off xmlns:a="http://schemas.openxmlformats.org/drawingml/2006/main" x="419100" y="3286125"/>
          <a:ext xmlns:a="http://schemas.openxmlformats.org/drawingml/2006/main" cx="8305800" cy="2514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14550"/>
                <a:gridCol w="6191250"/>
              </a:tblGrid>
              <a:tr h="400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남아 있는 기능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자료와 계획 수정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도서와 영상을 단계별로 고르는 화면,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대화로 이미 만든 계획을 수정하는 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후속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달력에서 일정 삭제와 끝난 목표 정리,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재구성 전 확인과 다음 2주 계획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설정과 외부 연동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서버가 아직 지원하지 않는 설정 저장,</a:t>
                      </a:r>
                    </a:p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네이티브 푸시와 Google 캘린더 실제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5C3BD2-07BF-473D-9756-D94A3BC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05525"/>
            <a:ext cx="830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위 항목은 화면이나 진입 버튼이 있어도 완료 기능으로 포함하지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2026-09-05T07:00:33.9620000Z</dcterms:created>
  <dcterms:modified xsi:type="dcterms:W3CDTF">2026-09-05T07:00:33.9620000Z</dcterms:modified>
</coreProperties>
</file>