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5b3310dad4bf2" /><Relationship Type="http://schemas.openxmlformats.org/officeDocument/2006/relationships/extended-properties" Target="/docProps/app.xml" Id="R3ff085e121254265" /><Relationship Type="http://schemas.openxmlformats.org/officeDocument/2006/relationships/officeDocument" Target="/ppt/presentation.xml" Id="Rad7dd04ce90d4c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9c6404645470e"/>
  </p:sldMasterIdLst>
  <p:notesMasterIdLst>
    <p:notesMasterId xmlns:r="http://schemas.openxmlformats.org/officeDocument/2006/relationships" r:id="R858d43766e2844fb"/>
  </p:notesMasterIdLst>
  <p:sldIdLst>
    <p:sldId xmlns:r="http://schemas.openxmlformats.org/officeDocument/2006/relationships" id="256" r:id="Rbfc306e2f47e4727"/>
    <p:sldId xmlns:r="http://schemas.openxmlformats.org/officeDocument/2006/relationships" id="257" r:id="R1c186151d6754284"/>
    <p:sldId xmlns:r="http://schemas.openxmlformats.org/officeDocument/2006/relationships" id="258" r:id="R4a2f3cd160ad4320"/>
    <p:sldId xmlns:r="http://schemas.openxmlformats.org/officeDocument/2006/relationships" id="259" r:id="R381031f43d0c438e"/>
    <p:sldId xmlns:r="http://schemas.openxmlformats.org/officeDocument/2006/relationships" id="260" r:id="R27376d9ea264415d"/>
    <p:sldId xmlns:r="http://schemas.openxmlformats.org/officeDocument/2006/relationships" id="261" r:id="R7d117aa1b47e4eb8"/>
    <p:sldId xmlns:r="http://schemas.openxmlformats.org/officeDocument/2006/relationships" id="262" r:id="R1bb170c3e3c747e5"/>
    <p:sldId xmlns:r="http://schemas.openxmlformats.org/officeDocument/2006/relationships" id="263" r:id="Rb0200443049440b0"/>
    <p:sldId xmlns:r="http://schemas.openxmlformats.org/officeDocument/2006/relationships" id="264" r:id="Rdc33992a857b4823"/>
    <p:sldId xmlns:r="http://schemas.openxmlformats.org/officeDocument/2006/relationships" id="265" r:id="R9a93cf2c39434f0e"/>
    <p:sldId xmlns:r="http://schemas.openxmlformats.org/officeDocument/2006/relationships" id="266" r:id="Ree542ff36dda4aca"/>
    <p:sldId xmlns:r="http://schemas.openxmlformats.org/officeDocument/2006/relationships" id="267" r:id="R21977b6d0e994013"/>
    <p:sldId xmlns:r="http://schemas.openxmlformats.org/officeDocument/2006/relationships" id="268" r:id="R831084e3d62b44d4"/>
    <p:sldId xmlns:r="http://schemas.openxmlformats.org/officeDocument/2006/relationships" id="269" r:id="R51ee3cf1f1b14ec3"/>
    <p:sldId xmlns:r="http://schemas.openxmlformats.org/officeDocument/2006/relationships" id="270" r:id="Rec234a280aaf4d2c"/>
    <p:sldId xmlns:r="http://schemas.openxmlformats.org/officeDocument/2006/relationships" id="271" r:id="Reec8600d02e94cb5"/>
    <p:sldId xmlns:r="http://schemas.openxmlformats.org/officeDocument/2006/relationships" id="272" r:id="R2c287f02a8224734"/>
    <p:sldId xmlns:r="http://schemas.openxmlformats.org/officeDocument/2006/relationships" id="273" r:id="R4eccb9465d9a4cae"/>
    <p:sldId xmlns:r="http://schemas.openxmlformats.org/officeDocument/2006/relationships" id="274" r:id="R0088f7c8d53b44ea"/>
    <p:sldId xmlns:r="http://schemas.openxmlformats.org/officeDocument/2006/relationships" id="275" r:id="R868e3ed2fe2c4532"/>
    <p:sldId xmlns:r="http://schemas.openxmlformats.org/officeDocument/2006/relationships" id="276" r:id="Ra00a0e2b012341fa"/>
    <p:sldId xmlns:r="http://schemas.openxmlformats.org/officeDocument/2006/relationships" id="277" r:id="R5b8b5fab27cc4bc6"/>
    <p:sldId xmlns:r="http://schemas.openxmlformats.org/officeDocument/2006/relationships" id="278" r:id="R6141fb0a2a1245b6"/>
    <p:sldId xmlns:r="http://schemas.openxmlformats.org/officeDocument/2006/relationships" id="279" r:id="R5d624d1c58584ef0"/>
    <p:sldId xmlns:r="http://schemas.openxmlformats.org/officeDocument/2006/relationships" id="280" r:id="Rdec932fd34194a76"/>
    <p:sldId xmlns:r="http://schemas.openxmlformats.org/officeDocument/2006/relationships" id="281" r:id="R310384139a914fef"/>
    <p:sldId xmlns:r="http://schemas.openxmlformats.org/officeDocument/2006/relationships" id="282" r:id="R084de0c22a8749e3"/>
    <p:sldId xmlns:r="http://schemas.openxmlformats.org/officeDocument/2006/relationships" id="283" r:id="Ra96ff6ed95654548"/>
    <p:sldId xmlns:r="http://schemas.openxmlformats.org/officeDocument/2006/relationships" id="284" r:id="R593fd15b8a4f42d1"/>
    <p:sldId xmlns:r="http://schemas.openxmlformats.org/officeDocument/2006/relationships" id="285" r:id="Re465d795a6594c9d"/>
    <p:sldId xmlns:r="http://schemas.openxmlformats.org/officeDocument/2006/relationships" id="286" r:id="R897296e6360b40d0"/>
    <p:sldId xmlns:r="http://schemas.openxmlformats.org/officeDocument/2006/relationships" id="287" r:id="Rc59bc5ef08164724"/>
    <p:sldId xmlns:r="http://schemas.openxmlformats.org/officeDocument/2006/relationships" id="288" r:id="Rcf302f1fbcd14ccc"/>
    <p:sldId xmlns:r="http://schemas.openxmlformats.org/officeDocument/2006/relationships" id="289" r:id="R138b6e3084474cbb"/>
    <p:sldId xmlns:r="http://schemas.openxmlformats.org/officeDocument/2006/relationships" id="290" r:id="Rb1232db9a73a4cf3"/>
    <p:sldId xmlns:r="http://schemas.openxmlformats.org/officeDocument/2006/relationships" id="291" r:id="Rf647b0d762b94313"/>
    <p:sldId xmlns:r="http://schemas.openxmlformats.org/officeDocument/2006/relationships" id="292" r:id="R4c341cf04d904fe4"/>
  </p:sldIdLst>
  <p:sldSz cx="9144000" cy="6858000"/>
  <p:notesSz cx="6858000" cy="9144000"/>
</p:presentation>
</file>

<file path=ppt/authors.xml><?xml version="1.0" encoding="utf-8"?>
<p188:authorLst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4386e8fb2433a" /><Relationship Type="http://schemas.openxmlformats.org/officeDocument/2006/relationships/slideMaster" Target="/ppt/slideMasters/slideMaster1.xml" Id="R82b9c6404645470e" /><Relationship Type="http://schemas.openxmlformats.org/officeDocument/2006/relationships/notesMaster" Target="/ppt/notesMasters/notesMaster1.xml" Id="R858d43766e2844fb" /><Relationship Type="http://schemas.openxmlformats.org/officeDocument/2006/relationships/presProps" Target="/ppt/presProps.xml" Id="R8cd53d3d0d5f4bd3" /><Relationship Type="http://schemas.openxmlformats.org/officeDocument/2006/relationships/viewProps" Target="/ppt/viewProps.xml" Id="R568cd266c21d478a" /><Relationship Type="http://schemas.openxmlformats.org/officeDocument/2006/relationships/tableStyles" Target="/ppt/tableStyles.xml" Id="Rdba756d595c14d4c" /><Relationship Type="http://schemas.microsoft.com/office/2018/10/relationships/authors" Target="/ppt/authors.xml" Id="Rf2ae01fb22ac4448" /><Relationship Type="http://schemas.openxmlformats.org/officeDocument/2006/relationships/slide" Target="/ppt/slides/slide1.xml" Id="Rbfc306e2f47e4727" /><Relationship Type="http://schemas.openxmlformats.org/officeDocument/2006/relationships/slide" Target="/ppt/slides/slide2.xml" Id="R1c186151d6754284" /><Relationship Type="http://schemas.openxmlformats.org/officeDocument/2006/relationships/slide" Target="/ppt/slides/slide3.xml" Id="R4a2f3cd160ad4320" /><Relationship Type="http://schemas.openxmlformats.org/officeDocument/2006/relationships/slide" Target="/ppt/slides/slide4.xml" Id="R381031f43d0c438e" /><Relationship Type="http://schemas.openxmlformats.org/officeDocument/2006/relationships/slide" Target="/ppt/slides/slide5.xml" Id="R27376d9ea264415d" /><Relationship Type="http://schemas.openxmlformats.org/officeDocument/2006/relationships/slide" Target="/ppt/slides/slide6.xml" Id="R7d117aa1b47e4eb8" /><Relationship Type="http://schemas.openxmlformats.org/officeDocument/2006/relationships/slide" Target="/ppt/slides/slide7.xml" Id="R1bb170c3e3c747e5" /><Relationship Type="http://schemas.openxmlformats.org/officeDocument/2006/relationships/slide" Target="/ppt/slides/slide8.xml" Id="Rb0200443049440b0" /><Relationship Type="http://schemas.openxmlformats.org/officeDocument/2006/relationships/slide" Target="/ppt/slides/slide9.xml" Id="Rdc33992a857b4823" /><Relationship Type="http://schemas.openxmlformats.org/officeDocument/2006/relationships/slide" Target="/ppt/slides/slide10.xml" Id="R9a93cf2c39434f0e" /><Relationship Type="http://schemas.openxmlformats.org/officeDocument/2006/relationships/slide" Target="/ppt/slides/slide11.xml" Id="Ree542ff36dda4aca" /><Relationship Type="http://schemas.openxmlformats.org/officeDocument/2006/relationships/slide" Target="/ppt/slides/slide12.xml" Id="R21977b6d0e994013" /><Relationship Type="http://schemas.openxmlformats.org/officeDocument/2006/relationships/slide" Target="/ppt/slides/slide13.xml" Id="R831084e3d62b44d4" /><Relationship Type="http://schemas.openxmlformats.org/officeDocument/2006/relationships/slide" Target="/ppt/slides/slide14.xml" Id="R51ee3cf1f1b14ec3" /><Relationship Type="http://schemas.openxmlformats.org/officeDocument/2006/relationships/slide" Target="/ppt/slides/slide15.xml" Id="Rec234a280aaf4d2c" /><Relationship Type="http://schemas.openxmlformats.org/officeDocument/2006/relationships/slide" Target="/ppt/slides/slide16.xml" Id="Reec8600d02e94cb5" /><Relationship Type="http://schemas.openxmlformats.org/officeDocument/2006/relationships/slide" Target="/ppt/slides/slide17.xml" Id="R2c287f02a8224734" /><Relationship Type="http://schemas.openxmlformats.org/officeDocument/2006/relationships/slide" Target="/ppt/slides/slide18.xml" Id="R4eccb9465d9a4cae" /><Relationship Type="http://schemas.openxmlformats.org/officeDocument/2006/relationships/slide" Target="/ppt/slides/slide19.xml" Id="R0088f7c8d53b44ea" /><Relationship Type="http://schemas.openxmlformats.org/officeDocument/2006/relationships/slide" Target="/ppt/slides/slide20.xml" Id="R868e3ed2fe2c4532" /><Relationship Type="http://schemas.openxmlformats.org/officeDocument/2006/relationships/slide" Target="/ppt/slides/slide21.xml" Id="Ra00a0e2b012341fa" /><Relationship Type="http://schemas.openxmlformats.org/officeDocument/2006/relationships/slide" Target="/ppt/slides/slide22.xml" Id="R5b8b5fab27cc4bc6" /><Relationship Type="http://schemas.openxmlformats.org/officeDocument/2006/relationships/slide" Target="/ppt/slides/slide23.xml" Id="R6141fb0a2a1245b6" /><Relationship Type="http://schemas.openxmlformats.org/officeDocument/2006/relationships/slide" Target="/ppt/slides/slide24.xml" Id="R5d624d1c58584ef0" /><Relationship Type="http://schemas.openxmlformats.org/officeDocument/2006/relationships/slide" Target="/ppt/slides/slide25.xml" Id="Rdec932fd34194a76" /><Relationship Type="http://schemas.openxmlformats.org/officeDocument/2006/relationships/slide" Target="/ppt/slides/slide26.xml" Id="R310384139a914fef" /><Relationship Type="http://schemas.openxmlformats.org/officeDocument/2006/relationships/slide" Target="/ppt/slides/slide27.xml" Id="R084de0c22a8749e3" /><Relationship Type="http://schemas.openxmlformats.org/officeDocument/2006/relationships/slide" Target="/ppt/slides/slide28.xml" Id="Ra96ff6ed95654548" /><Relationship Type="http://schemas.openxmlformats.org/officeDocument/2006/relationships/slide" Target="/ppt/slides/slide29.xml" Id="R593fd15b8a4f42d1" /><Relationship Type="http://schemas.openxmlformats.org/officeDocument/2006/relationships/slide" Target="/ppt/slides/slide30.xml" Id="Re465d795a6594c9d" /><Relationship Type="http://schemas.openxmlformats.org/officeDocument/2006/relationships/slide" Target="/ppt/slides/slide31.xml" Id="R897296e6360b40d0" /><Relationship Type="http://schemas.openxmlformats.org/officeDocument/2006/relationships/slide" Target="/ppt/slides/slide32.xml" Id="Rc59bc5ef08164724" /><Relationship Type="http://schemas.openxmlformats.org/officeDocument/2006/relationships/slide" Target="/ppt/slides/slide33.xml" Id="Rcf302f1fbcd14ccc" /><Relationship Type="http://schemas.openxmlformats.org/officeDocument/2006/relationships/slide" Target="/ppt/slides/slide34.xml" Id="R138b6e3084474cbb" /><Relationship Type="http://schemas.openxmlformats.org/officeDocument/2006/relationships/slide" Target="/ppt/slides/slide35.xml" Id="Rb1232db9a73a4cf3" /><Relationship Type="http://schemas.openxmlformats.org/officeDocument/2006/relationships/slide" Target="/ppt/slides/slide36.xml" Id="Rf647b0d762b94313" /><Relationship Type="http://schemas.openxmlformats.org/officeDocument/2006/relationships/slide" Target="/ppt/slides/slide37.xml" Id="R4c341cf04d904f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d317126448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147f7f25e4d67" /><Relationship Type="http://schemas.openxmlformats.org/officeDocument/2006/relationships/notesMaster" Target="/ppt/notesMasters/notesMaster1.xml" Id="R5f5f7c2062bb4e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b471786784299" /><Relationship Type="http://schemas.openxmlformats.org/officeDocument/2006/relationships/notesMaster" Target="/ppt/notesMasters/notesMaster1.xml" Id="R8b8d6c042bb743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0ef001c1e7487d" /><Relationship Type="http://schemas.openxmlformats.org/officeDocument/2006/relationships/notesMaster" Target="/ppt/notesMasters/notesMaster1.xml" Id="R20ffead6e22347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906c240abe4287" /><Relationship Type="http://schemas.openxmlformats.org/officeDocument/2006/relationships/notesMaster" Target="/ppt/notesMasters/notesMaster1.xml" Id="R96d3134f865c42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029c4c66b7454f" /><Relationship Type="http://schemas.openxmlformats.org/officeDocument/2006/relationships/notesMaster" Target="/ppt/notesMasters/notesMaster1.xml" Id="R878ab6b5f711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4afb149f4c4838" /><Relationship Type="http://schemas.openxmlformats.org/officeDocument/2006/relationships/notesMaster" Target="/ppt/notesMasters/notesMaster1.xml" Id="R57eafc62f8f34d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03a7a70284ee2" /><Relationship Type="http://schemas.openxmlformats.org/officeDocument/2006/relationships/notesMaster" Target="/ppt/notesMasters/notesMaster1.xml" Id="Rb2ad3ffb58d544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ec738bd0594a13" /><Relationship Type="http://schemas.openxmlformats.org/officeDocument/2006/relationships/notesMaster" Target="/ppt/notesMasters/notesMaster1.xml" Id="Rc228000cef7f42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441ddc8ae447aa" /><Relationship Type="http://schemas.openxmlformats.org/officeDocument/2006/relationships/notesMaster" Target="/ppt/notesMasters/notesMaster1.xml" Id="Ra3dd8e7b133647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837302fae0451e" /><Relationship Type="http://schemas.openxmlformats.org/officeDocument/2006/relationships/notesMaster" Target="/ppt/notesMasters/notesMaster1.xml" Id="R37f5aa5255cd4f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704dc5152647cd" /><Relationship Type="http://schemas.openxmlformats.org/officeDocument/2006/relationships/notesMaster" Target="/ppt/notesMasters/notesMaster1.xml" Id="R32a3baad25f740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0a6ce546d64f74" /><Relationship Type="http://schemas.openxmlformats.org/officeDocument/2006/relationships/notesMaster" Target="/ppt/notesMasters/notesMaster1.xml" Id="Rf05dadd17a4a43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a640e536f84ff9" /><Relationship Type="http://schemas.openxmlformats.org/officeDocument/2006/relationships/notesMaster" Target="/ppt/notesMasters/notesMaster1.xml" Id="R08960f13753e4f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a9e321d0df4159" /><Relationship Type="http://schemas.openxmlformats.org/officeDocument/2006/relationships/notesMaster" Target="/ppt/notesMasters/notesMaster1.xml" Id="Re256eae139034d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a6a0ac9c094150" /><Relationship Type="http://schemas.openxmlformats.org/officeDocument/2006/relationships/notesMaster" Target="/ppt/notesMasters/notesMaster1.xml" Id="Rc74af9235f8f4d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0ef23a46d94595" /><Relationship Type="http://schemas.openxmlformats.org/officeDocument/2006/relationships/notesMaster" Target="/ppt/notesMasters/notesMaster1.xml" Id="R4a89b3084b434d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ad5bb718e74559" /><Relationship Type="http://schemas.openxmlformats.org/officeDocument/2006/relationships/notesMaster" Target="/ppt/notesMasters/notesMaster1.xml" Id="Rfed98e43dfd14a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a1dda9f0644e5e" /><Relationship Type="http://schemas.openxmlformats.org/officeDocument/2006/relationships/notesMaster" Target="/ppt/notesMasters/notesMaster1.xml" Id="Rb92bda6980d544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24eae4e7e14aaf" /><Relationship Type="http://schemas.openxmlformats.org/officeDocument/2006/relationships/notesMaster" Target="/ppt/notesMasters/notesMaster1.xml" Id="R16bafb68efe743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4d46e0485f4d74" /><Relationship Type="http://schemas.openxmlformats.org/officeDocument/2006/relationships/notesMaster" Target="/ppt/notesMasters/notesMaster1.xml" Id="R77b295eb11384e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bbe7e6a2384aaf" /><Relationship Type="http://schemas.openxmlformats.org/officeDocument/2006/relationships/notesMaster" Target="/ppt/notesMasters/notesMaster1.xml" Id="R2a19fac947534c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f2cbacbee54a04" /><Relationship Type="http://schemas.openxmlformats.org/officeDocument/2006/relationships/notesMaster" Target="/ppt/notesMasters/notesMaster1.xml" Id="R85eff848d49349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e1d3ac362b4cc7" /><Relationship Type="http://schemas.openxmlformats.org/officeDocument/2006/relationships/notesMaster" Target="/ppt/notesMasters/notesMaster1.xml" Id="Rac14adc73cd44bb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6ed146fcfe4a88" /><Relationship Type="http://schemas.openxmlformats.org/officeDocument/2006/relationships/notesMaster" Target="/ppt/notesMasters/notesMaster1.xml" Id="Rbb3e1d06083a48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9544a1e66b494b" /><Relationship Type="http://schemas.openxmlformats.org/officeDocument/2006/relationships/notesMaster" Target="/ppt/notesMasters/notesMaster1.xml" Id="R6f51a2358e3249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0e5335455b4f52" /><Relationship Type="http://schemas.openxmlformats.org/officeDocument/2006/relationships/notesMaster" Target="/ppt/notesMasters/notesMaster1.xml" Id="Rd8a3e4b8a01d46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baa72b9de2495f" /><Relationship Type="http://schemas.openxmlformats.org/officeDocument/2006/relationships/notesMaster" Target="/ppt/notesMasters/notesMaster1.xml" Id="R2447bf60aea54ac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816977bc9f4ef5" /><Relationship Type="http://schemas.openxmlformats.org/officeDocument/2006/relationships/notesMaster" Target="/ppt/notesMasters/notesMaster1.xml" Id="Reedf552b78e347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bf96e7143d5405d" /><Relationship Type="http://schemas.openxmlformats.org/officeDocument/2006/relationships/notesMaster" Target="/ppt/notesMasters/notesMaster1.xml" Id="Rca48fcec43ec4a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c87a5c198c4186" /><Relationship Type="http://schemas.openxmlformats.org/officeDocument/2006/relationships/notesMaster" Target="/ppt/notesMasters/notesMaster1.xml" Id="Raabbc1680972484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23ca355b784629" /><Relationship Type="http://schemas.openxmlformats.org/officeDocument/2006/relationships/notesMaster" Target="/ppt/notesMasters/notesMaster1.xml" Id="Rbeef32a151264d1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e424ccd58544ba" /><Relationship Type="http://schemas.openxmlformats.org/officeDocument/2006/relationships/notesMaster" Target="/ppt/notesMasters/notesMaster1.xml" Id="R2a989aaee50f422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ee07cadb114d9c" /><Relationship Type="http://schemas.openxmlformats.org/officeDocument/2006/relationships/notesMaster" Target="/ppt/notesMasters/notesMaster1.xml" Id="R8c68042bf8eb42e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2de78e082db4783" /><Relationship Type="http://schemas.openxmlformats.org/officeDocument/2006/relationships/notesMaster" Target="/ppt/notesMasters/notesMaster1.xml" Id="Rb3560e43314144b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37b9280bf7f4861" /><Relationship Type="http://schemas.openxmlformats.org/officeDocument/2006/relationships/notesMaster" Target="/ppt/notesMasters/notesMaster1.xml" Id="R030fe69a33a54c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68aa34621c245ad" /><Relationship Type="http://schemas.openxmlformats.org/officeDocument/2006/relationships/notesMaster" Target="/ppt/notesMasters/notesMaster1.xml" Id="Reb4cf4c91712451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2161df9d5754528" /><Relationship Type="http://schemas.openxmlformats.org/officeDocument/2006/relationships/notesMaster" Target="/ppt/notesMasters/notesMaster1.xml" Id="Ra0bf8d915142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화면의 수치와 일정은 시연용 예시 데이터이며 실제 사용자 정보를 포함하지 않는다. 백엔드, 데이터베이스 등 다른 담당 영역은 이 프론트엔드 편집본의 범위에서 제외한다.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유즈케이스 연결선은 사용 목적의 묶음을 나타낸다. UC-04는 일부 완료 또는 실패 기록이 있을 때 이어지는 조건부 흐름이다.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https://github.com/hanium-reaction/reaction-frontend/blob/9407c9d/src/app/DesktopSidebar.tsx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https://github.com/hanium-reaction/reaction-frontend/blob/9407c9d/src/index.css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https://github.com/hanium-reaction/reaction-frontend/blob/9407c9d/src/components/ErrorBanner.tsx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https://github.com/hanium-reaction/reaction-frontend/blob/9407c9d/src/screens/GoalIntakeScreen.tsx</a:t>
            </a:r>
          </a:p>
          <a:p xmlns:a="http://schemas.openxmlformats.org/drawingml/2006/main">
            <a:r>
              <a:t>연결 유즈케이스: UC-01, UC-07.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질문, 현재 진행 단계, 답변 추천, 입력창을 표시한다. 필요한 정보가 얼마나 채워졌는지도 함께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https://github.com/hanium-reaction/reaction-frontend/blob/9407c9d/src/screens/GoalClassificationScreen.tsx</a:t>
            </a:r>
          </a:p>
          <a:p xmlns:a="http://schemas.openxmlformats.org/drawingml/2006/main">
            <a:r>
              <a:t>연결 유즈케이스: UC-01.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목표 이름과 기한, 집중, 유지, 보류 분류를 카드로 표시한다. 분류별 목표 수도 함께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https://github.com/hanium-reaction/reaction-frontend/blob/9407c9d/src/screens/SetupScreen.tsx</a:t>
            </a:r>
          </a:p>
          <a:p xmlns:a="http://schemas.openxmlformats.org/drawingml/2006/main">
            <a:r>
              <a:t>연결 유즈케이스: UC-01.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고정 일정, 수면과 휴식 조건, 알림 시간 등 계획에 사용할 기본 조건을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https://github.com/hanium-reaction/reaction-frontend/blob/9407c9d/src/screens/MilestoneConfirmScreen.tsx</a:t>
            </a:r>
          </a:p>
          <a:p xmlns:a="http://schemas.openxmlformats.org/drawingml/2006/main">
            <a:r>
              <a:t>연결 유즈케이스: UC-01, UC-07.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목표를 달성하기 위한 큰 단계별 제목과 설명을 순서대로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https://github.com/hanium-reaction/reaction-frontend/blob/9407c9d/src/screens/MaterialsSearchScreen.tsx</a:t>
            </a:r>
          </a:p>
          <a:p xmlns:a="http://schemas.openxmlformats.org/drawingml/2006/main">
            <a:r>
              <a:t>연결 유즈케이스: UC-01.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추천 검색어, 검색 결과 본문, 출처와 안내 메시지를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https://github.com/hanium-reaction/reaction-frontend/blob/9407c9d/src/screens/WeeklyPlanGenerationScreen.tsx</a:t>
            </a:r>
          </a:p>
          <a:p xmlns:a="http://schemas.openxmlformats.org/drawingml/2006/main">
            <a:r>
              <a:t>연결 유즈케이스: UC-01, UC-07.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날짜별 일정 블록, 기존 일정과 새로 추가한 일정, 분야별 소요 시간을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https://github.com/hanium-reaction/reaction-frontend/blob/9407c9d/src/screens/TodayScreen.tsx</a:t>
            </a:r>
          </a:p>
          <a:p xmlns:a="http://schemas.openxmlformats.org/drawingml/2006/main">
            <a:r>
              <a:t>연결 유즈케이스: UC-03.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다음 할 일, 고정 일정, 시간순 할 일, 추적 습관을 보여준다. 하루 브리프에서 오늘의 방향과 첫걸음을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https://github.com/hanium-reaction/reaction-frontend/blob/9407c9d/src/screens/FocusScreen.tsx</a:t>
            </a:r>
          </a:p>
          <a:p xmlns:a="http://schemas.openxmlformats.org/drawingml/2006/main">
            <a:r>
              <a:t>연결 유즈케이스: UC-03.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작업 이름, 집중 시간, 진행 상태와 멈춤, 중단, 완료 버튼을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https://github.com/hanium-reaction/reaction-frontend/blob/9407c9d/src/screens/FocusScreen.tsx</a:t>
            </a:r>
          </a:p>
          <a:p xmlns:a="http://schemas.openxmlformats.org/drawingml/2006/main">
            <a:r>
              <a:t>연결 유즈케이스: UC-03, UC-04.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잠시 멈추고 나가기, 일부만 했어요, 잘 안됐어요를 먼저 보여준다. 잘 안됐어요를 고르면 원인 선택창을 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https://github.com/hanium-reaction/reaction-frontend/blob/9407c9d/src/screens/RecoveryScreen.tsx</a:t>
            </a:r>
          </a:p>
          <a:p xmlns:a="http://schemas.openxmlformats.org/drawingml/2006/main">
            <a:r>
              <a:t>연결 유즈케이스: UC-04.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막힌 작업과 회복 제안을 보여준다. 제안별 변경 내용, 최소 실행 시간, 추천 이유를 확인할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https://github.com/hanium-reaction/reaction-frontend/blob/9407c9d/src/screens/RecoveredScreen.tsx</a:t>
            </a:r>
          </a:p>
          <a:p xmlns:a="http://schemas.openxmlformats.org/drawingml/2006/main">
            <a:r>
              <a:t>연결 유즈케이스: UC-04.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이전 작업과 변경할 작업, 새 시간, 이번 세션에서 회복을 선택한 횟수를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https://github.com/hanium-reaction/reaction-frontend/blob/9407c9d/src/screens/WeeklyCalendarScreen.tsx</a:t>
            </a:r>
          </a:p>
          <a:p xmlns:a="http://schemas.openxmlformats.org/drawingml/2006/main">
            <a:r>
              <a:t>연결 유즈케이스: UC-05.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날짜와 시간 축에 일정 블록을 배치한다. 분야별 색으로 작업을 구분하고 겹친 시간의 블록도 나누어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https://github.com/hanium-reaction/reaction-frontend/blob/9407c9d/src/screens/WeeklyReviewScreen.tsx</a:t>
            </a:r>
          </a:p>
          <a:p xmlns:a="http://schemas.openxmlformats.org/drawingml/2006/main">
            <a:r>
              <a:t>연결 유즈케이스: UC-05.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실행률, 회복률, 재시작 성공률과 반복 실패 등 기록에 있는 값을 보여준다. 만다라트 관련 기록과 습관 조정 제안도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https://github.com/hanium-reaction/reaction-frontend/blob/9407c9d/src/screens/InboxScreen.tsx</a:t>
            </a:r>
          </a:p>
          <a:p xmlns:a="http://schemas.openxmlformats.org/drawingml/2006/main">
            <a:r>
              <a:t>연결 유즈케이스: UC-06.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직접 적은 내용, 분류, 처리 상태를 목록으로 보여준다. 추천 자료와 코칭 내용은 해당 응답이 있을 때 함께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https://github.com/hanium-reaction/reaction-frontend/blob/9407c9d/src/screens/GoalsScreen.tsx</a:t>
            </a:r>
          </a:p>
          <a:p xmlns:a="http://schemas.openxmlformats.org/drawingml/2006/main">
            <a:r>
              <a:t>연결 유즈케이스: UC-07.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집중, 유지, 보류 목표와 분류별 개수, 기한, 우선순위를 표시한다. 아직 계획이 없는 목표에는 미계획을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https://github.com/hanium-reaction/reaction-frontend/blob/9407c9d/src/screens/UltimateGoalInterviewScreen.tsx</a:t>
            </a:r>
          </a:p>
          <a:p xmlns:a="http://schemas.openxmlformats.org/drawingml/2006/main">
            <a:r>
              <a:t>연결 유즈케이스: UC-02.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장기적으로 원하는 모습과 이유를 묻는 대화, 답변창, 인터뷰 진행 상태를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https://github.com/hanium-reaction/reaction-frontend/blob/9407c9d/src/screens/MandalaDraftScreen.tsx</a:t>
            </a:r>
          </a:p>
          <a:p xmlns:a="http://schemas.openxmlformats.org/drawingml/2006/main">
            <a:r>
              <a:t>연결 유즈케이스: UC-02.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먼저 8개 하위 영역을 보여주고, 이후 각 영역의 세부 행동 8개를 확인하게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https://github.com/hanium-reaction/reaction-frontend/blob/9407c9d/src/screens/MandalaScreen.tsx</a:t>
            </a:r>
          </a:p>
          <a:p xmlns:a="http://schemas.openxmlformats.org/drawingml/2006/main">
            <a:r>
              <a:t>연결 유즈케이스: UC-02, UC-07.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중심 목표와 8개 하위 영역을 보여준다. 영역을 누르면 세부 행동을 열며 3×3, 전체, 목록 보기를 선택할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https://github.com/hanium-reaction/reaction-frontend/blob/9407c9d/src/screens/EveningCheckInScreen.tsx</a:t>
            </a:r>
          </a:p>
          <a:p xmlns:a="http://schemas.openxmlformats.org/drawingml/2006/main">
            <a:r>
              <a:t>연결 유즈케이스: UC-08.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최근 3일 중 결과를 아직 정리하지 않은 작업을 보여준다. 했어요, 일부만, 잘 안됐어요, 더 했어요로 결과를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https://github.com/hanium-reaction/reaction-frontend/blob/9407c9d/src/screens/SettingsScreen.tsx</a:t>
            </a:r>
          </a:p>
          <a:p xmlns:a="http://schemas.openxmlformats.org/drawingml/2006/main">
            <a:r>
              <a:t>연결 유즈케이스: UC-08.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말투 선택, 푸시 알림, 개인정보 동의, 내 정보, 재인터뷰와 로그아웃 메뉴를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https://github.com/hanium-reaction/reaction-frontend/blob/9407c9d/src/screens/MyInfoScreen.tsx</a:t>
            </a:r>
          </a:p>
          <a:p xmlns:a="http://schemas.openxmlformats.org/drawingml/2006/main">
            <a:r>
              <a:t>연결 유즈케이스: UC-08.</a:t>
            </a:r>
          </a:p>
          <a:p xmlns:a="http://schemas.openxmlformats.org/drawingml/2006/main">
            <a:r>
              <a:t>캡처: 기준 커밋의 화면을 390×844 뷰포트에서 실행. API 응답은 촬영용 가상 데이터이며 운영 서버 결과 검증을 의미하지 않는다.</a:t>
            </a:r>
          </a:p>
          <a:p xmlns:a="http://schemas.openxmlformats.org/drawingml/2006/main">
            <a:r>
              <a:t>집중이 잘되는 시간대, 집중 길이, 활동 시간, 회복 말투, 알림 빈도와 최소 회복 단위를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https://github.com/hanium-reaction/reaction-frontend/blob/9407c9d/src/app/AppShell.tsx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https://github.com/hanium-reaction/reaction-frontend/blob/9407c9d/src/lib/api.ts</a:t>
            </a:r>
          </a:p>
          <a:p xmlns:a="http://schemas.openxmlformats.org/drawingml/2006/main">
            <a:r>
              <a:t>https://github.com/hanium-reaction/reaction-frontend/blob/9407c9d/src/types/api.ts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https://github.com/hanium-reaction/reaction-frontend/blob/9407c9d/src/screens/GoalIntakeScreen.tsx</a:t>
            </a:r>
          </a:p>
          <a:p xmlns:a="http://schemas.openxmlformats.org/drawingml/2006/main">
            <a:r>
              <a:t>https://github.com/hanium-reaction/reaction-frontend/blob/9407c9d/src/screens/GoalClassificationScreen.tsx</a:t>
            </a:r>
          </a:p>
          <a:p xmlns:a="http://schemas.openxmlformats.org/drawingml/2006/main">
            <a:r>
              <a:t>https://github.com/hanium-reaction/reaction-frontend/blob/9407c9d/src/screens/WeeklyPlanGenerationScreen.tsx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https://github.com/hanium-reaction/reaction-frontend/blob/9407c9d/src/screens/RecoveredScreen.tsx</a:t>
            </a:r>
          </a:p>
          <a:p xmlns:a="http://schemas.openxmlformats.org/drawingml/2006/main">
            <a:r>
              <a:t>코드 발췌: handleDone의 승인 요청과 성공 후 화면 이동. try/catch 등 주변 코드는 생략했다.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기준일: 2026-09-05. 프론트엔드 기준 커밋: 9407c9d.</a:t>
            </a:r>
          </a:p>
          <a:p xmlns:a="http://schemas.openxmlformats.org/drawingml/2006/main">
            <a:r>
              <a:t>참고 문서: 사용자 제공 제작설계서 양식 PPTX, 20260715025227658.pdf의 유즈케이스, UI/UX, 메뉴와 화면 설계 부분.</a:t>
            </a:r>
          </a:p>
          <a:p xmlns:a="http://schemas.openxmlformats.org/drawingml/2006/main">
            <a:r>
              <a:t>https://github.com/hanium-reaction/reaction-frontend/blob/9407c9d/src/screens/SettingsScreen.tsx</a:t>
            </a:r>
          </a:p>
          <a:p xmlns:a="http://schemas.openxmlformats.org/drawingml/2006/main">
            <a:r>
              <a:t>https://github.com/hanium-reaction/reaction-frontend/blob/9407c9d/src/screens/MaterialsSearchScreen.tsx</a:t>
            </a:r>
          </a:p>
          <a:p xmlns:a="http://schemas.openxmlformats.org/drawingml/2006/main">
            <a:r>
              <a:t>https://github.com/hanium-reaction/reaction-frontend/blob/9407c9d/src/screens/WeeklyCalendarScreen.tsx</a:t>
            </a:r>
          </a:p>
          <a:p xmlns:a="http://schemas.openxmlformats.org/drawingml/2006/main">
            <a:r>
              <a:t>https://github.com/hanium-reaction/reaction-frontend/blob/9407c9d/src/screens/WeeklyReviewScreen.tsx</a:t>
            </a:r>
          </a:p>
          <a:p xmlns:a="http://schemas.openxmlformats.org/drawingml/2006/main">
            <a:r>
              <a:t>관련 미해결 작업, 2026-09-05 확인:</a:t>
            </a:r>
          </a:p>
          <a:p xmlns:a="http://schemas.openxmlformats.org/drawingml/2006/main">
            <a:r>
              <a:t>https://github.com/hanium-reaction/reaction-frontend/issues/315</a:t>
            </a:r>
          </a:p>
          <a:p xmlns:a="http://schemas.openxmlformats.org/drawingml/2006/main">
            <a:r>
              <a:t>https://github.com/hanium-reaction/reaction-frontend/issues/311</a:t>
            </a:r>
          </a:p>
          <a:p xmlns:a="http://schemas.openxmlformats.org/drawingml/2006/main">
            <a:r>
              <a:t>https://github.com/hanium-reaction/reaction-frontend/issues/310</a:t>
            </a:r>
          </a:p>
          <a:p xmlns:a="http://schemas.openxmlformats.org/drawingml/2006/main">
            <a:r>
              <a:t>https://github.com/hanium-reaction/reaction-frontend/issues/260</a:t>
            </a:r>
          </a:p>
          <a:p xmlns:a="http://schemas.openxmlformats.org/drawingml/2006/main">
            <a:r>
              <a:t>미해결 작업은 구현 완료로 표현하지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b78fcfff84d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2ea584bcb46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1cad880df4f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6f85b42cf41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cd88b4c6041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3368b4efd4d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e9b6ee21042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99b62a78a41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0e21c68c74d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5fdd6ee064f9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85c2d7ed142ac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B058B98-E26F-45C4-AD54-2282023DE2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16FD5AB0-9968-49DA-B73D-6D8FB51FB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40FDD0BA-5770-435D-AE91-C8B47BAFD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08C18-F846-4F83-9E4A-EF96E909B73F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C399C6C-648C-4AA5-B332-4DFAC71A4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97A017-1FDC-4CDD-BD7E-7FF90C17B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EC41F90-E110-4DB3-A5D2-B08C06574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66B3717-F937-4171-8ADF-7B28F0FC8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3630CC2-A88D-49D9-8161-C83BAE5A8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3DBE8A-08A0-4AE2-B806-C9B9A473B0ED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67AE01E-2A0E-4503-B51A-A0748CC155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5CB21DF-7229-4A34-A7B4-38F44D5B7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617245"/>
            <a:ext cx="2133600" cy="1961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B28905-715B-4C0E-A430-AE6A161A7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442D429-631F-43A3-9F09-E98AF6A64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5FF06AD-0418-4150-B773-9EA794541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E13E15-7006-4370-B5F6-60D7104AE3B4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9562A13-CD99-4CB5-83E2-CF3530042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B0D75F4-86E2-48C0-B6FD-50054E583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9E9AA3-5851-4BDC-AF03-1950F26E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977436A-125E-4DA2-86BD-6C1BA90319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37337566-314F-45B9-A81F-CB385C94BE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681BA63-5B35-46D6-9474-985FA16F0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10D11-2C95-44F2-9DFC-D0C737CB5390}" type="datetime1">
              <a:t>2026-07-02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540C3A13-C943-41EA-8AD8-18B080F006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3CB917B-0DA6-4668-B466-0B0001A5E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68E0910-7169-46FA-9B0F-9C1001F1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1B213A7-0AEB-42CE-94A5-5C344DB32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EA2E6E3E-E08E-457D-8985-1DF1EA35A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FAECCE1-9EC8-4C17-85FA-A93FEC81C1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9033FE23-C0C5-4ADD-B2B5-38029CB7E3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980AE80-6D44-41E3-BE2A-5FE60B1B4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35845-0C4F-469E-8726-3EBFD71077A7}" type="datetime1">
              <a:t>2026-07-02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7CD01B1C-8511-4CCA-92D4-6FA80C873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B4643395-E6E9-4042-AD4B-F28264A8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F7BD5-C0B3-43B6-92A8-B325534BB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07AB2A5D-0D48-4FBB-83C3-39EF70656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0FC019-3CDA-4483-987D-B12D1EB4D233}" type="datetime1">
              <a:t>2026-07-02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9C76022-8F01-40D2-9129-2569CDCD5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1F8534D-DAC1-445F-8274-65C7B281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0C5F4DFE-A88C-440D-B611-3C3259CAE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936E48-2907-481B-8F8C-35E94B4338B9}" type="datetime1">
              <a:t>2026-07-02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73F3C8DA-B84E-4E1A-A2F5-954B340EE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D8593F4-7A67-44CB-A658-C297355D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BC0864-0027-49C8-B0C2-D6805F153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EBEBA95-1739-40A1-95B3-2CF5EBE493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F776F4F-6FBB-4B5E-9629-6E73D1CF5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19E93325-AB57-455E-9550-3109A2D172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D1E666-04C9-40C3-88DF-F7C22C7A6172}" type="datetime1">
              <a:t>2026-07-02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AC30FE3-A212-479D-808D-DE8C95471B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191731E1-408D-4F8E-8B7B-0556923FE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B59D4B2-A015-44A0-8C2E-90853C308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06C564D9-5731-41BB-9A40-00A2675575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F3BDB84-AC51-4C27-99D4-CB3A402CA9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D1CC2E4D-4A98-46B5-BEE9-7AC89720E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D27B48-006F-4BC1-BDC8-3C8CA726AC13}" type="datetime1">
              <a:t>2026-07-02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8A901FAA-4401-4549-9FB9-A94771858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50CE4E39-FABE-4B2A-B020-E25BCD5F5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695D5C8-159C-45E4-8A78-130CA297C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2FE8E52-747A-45EA-916D-2DC1F4FD1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CC91281-7798-4DF9-B80D-DE7E0C0DB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22DE9A-8BD0-4588-90EC-B8326F0668FE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41046F2-E688-4FC3-AE67-105DABA049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48CBBC4-BACC-45CB-A96C-36F8498A5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0AF13A5C-CC02-4240-BE7E-D45735008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29E3F2-5CC0-4AAC-9C3B-F3766BEC5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B2119A9-D711-4C46-B146-FEE05016FD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F8B5EE-9957-45ED-8881-249F27AAE9BD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B9FF057-95E0-49AC-9809-73422CFFA9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3C8B054-9EFC-4404-AEF6-56800CAB2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b2ab93937f4193" /><Relationship Type="http://schemas.openxmlformats.org/officeDocument/2006/relationships/slideLayout" Target="/ppt/slideLayouts/slideLayout1.xml" Id="Ra91f53c9487443d6" /><Relationship Type="http://schemas.openxmlformats.org/officeDocument/2006/relationships/slideLayout" Target="/ppt/slideLayouts/slideLayout2.xml" Id="R1147342275f347e2" /><Relationship Type="http://schemas.openxmlformats.org/officeDocument/2006/relationships/slideLayout" Target="/ppt/slideLayouts/slideLayout3.xml" Id="R27b8ca0bd1c242ce" /><Relationship Type="http://schemas.openxmlformats.org/officeDocument/2006/relationships/slideLayout" Target="/ppt/slideLayouts/slideLayout4.xml" Id="R81329b355cb0440f" /><Relationship Type="http://schemas.openxmlformats.org/officeDocument/2006/relationships/slideLayout" Target="/ppt/slideLayouts/slideLayout5.xml" Id="R47500a9f366740bf" /><Relationship Type="http://schemas.openxmlformats.org/officeDocument/2006/relationships/slideLayout" Target="/ppt/slideLayouts/slideLayout6.xml" Id="Re4f9bbc3982440ff" /><Relationship Type="http://schemas.openxmlformats.org/officeDocument/2006/relationships/slideLayout" Target="/ppt/slideLayouts/slideLayout7.xml" Id="Rc620bfc410df4f24" /><Relationship Type="http://schemas.openxmlformats.org/officeDocument/2006/relationships/slideLayout" Target="/ppt/slideLayouts/slideLayout8.xml" Id="Rf4b20cdc867941f2" /><Relationship Type="http://schemas.openxmlformats.org/officeDocument/2006/relationships/slideLayout" Target="/ppt/slideLayouts/slideLayout9.xml" Id="Rbdd5674986374055" /><Relationship Type="http://schemas.openxmlformats.org/officeDocument/2006/relationships/slideLayout" Target="/ppt/slideLayouts/slideLayout10.xml" Id="Rd7eb55485fd04c5e" /><Relationship Type="http://schemas.openxmlformats.org/officeDocument/2006/relationships/slideLayout" Target="/ppt/slideLayouts/slideLayout11.xml" Id="Rf2e66b838edd4a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5222677E-F595-41DE-901C-E9946DD27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21CDBBE-061D-43D1-BA2A-14F2DB5C9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2271BB6-B75A-4B0D-9469-A71BA8FD78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26EC2E-D34C-4476-B4C7-64731BF56572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88A60C-94D7-4815-A625-646827715A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8CC7DD-ED11-4EB4-99CA-698879F384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1f53c9487443d6"/>
    <p:sldLayoutId xmlns:r="http://schemas.openxmlformats.org/officeDocument/2006/relationships" id="2147483650" r:id="R1147342275f347e2"/>
    <p:sldLayoutId xmlns:r="http://schemas.openxmlformats.org/officeDocument/2006/relationships" id="2147483651" r:id="R27b8ca0bd1c242ce"/>
    <p:sldLayoutId xmlns:r="http://schemas.openxmlformats.org/officeDocument/2006/relationships" id="2147483652" r:id="R81329b355cb0440f"/>
    <p:sldLayoutId xmlns:r="http://schemas.openxmlformats.org/officeDocument/2006/relationships" id="2147483653" r:id="R47500a9f366740bf"/>
    <p:sldLayoutId xmlns:r="http://schemas.openxmlformats.org/officeDocument/2006/relationships" id="2147483654" r:id="Re4f9bbc3982440ff"/>
    <p:sldLayoutId xmlns:r="http://schemas.openxmlformats.org/officeDocument/2006/relationships" id="2147483655" r:id="Rc620bfc410df4f24"/>
    <p:sldLayoutId xmlns:r="http://schemas.openxmlformats.org/officeDocument/2006/relationships" id="2147483656" r:id="Rf4b20cdc867941f2"/>
    <p:sldLayoutId xmlns:r="http://schemas.openxmlformats.org/officeDocument/2006/relationships" id="2147483657" r:id="Rbdd5674986374055"/>
    <p:sldLayoutId xmlns:r="http://schemas.openxmlformats.org/officeDocument/2006/relationships" id="2147483658" r:id="Rd7eb55485fd04c5e"/>
    <p:sldLayoutId xmlns:r="http://schemas.openxmlformats.org/officeDocument/2006/relationships" id="2147483659" r:id="Rf2e66b838edd4aa3"/>
  </p:sldLayoutIdLst>
  <p:hf sldNum="0" hd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6c244db324723" /><Relationship Type="http://schemas.openxmlformats.org/officeDocument/2006/relationships/image" Target="/ppt/media/image.png" Id="R161f2325fd67459e" /><Relationship Type="http://schemas.openxmlformats.org/officeDocument/2006/relationships/image" Target="/ppt/media/image2.png" Id="R4d56e76927a4470b" /><Relationship Type="http://schemas.openxmlformats.org/officeDocument/2006/relationships/notesSlide" Target="/ppt/notesSlides/notesSlide1.xml" Id="R79578f9b789e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99a5d733734423" /><Relationship Type="http://schemas.openxmlformats.org/officeDocument/2006/relationships/image" Target="/ppt/media/image3.png" Id="R15b76c01075d4528" /><Relationship Type="http://schemas.openxmlformats.org/officeDocument/2006/relationships/notesSlide" Target="/ppt/notesSlides/notesSlide2.xml" Id="R4ca6f09f92ae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eab92a8874eb9" /><Relationship Type="http://schemas.openxmlformats.org/officeDocument/2006/relationships/image" Target="/ppt/media/image3.png" Id="R719200afb95d4fa8" /><Relationship Type="http://schemas.openxmlformats.org/officeDocument/2006/relationships/notesSlide" Target="/ppt/notesSlides/notesSlide3.xml" Id="R9b028f1d7827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86a2adb364800" /><Relationship Type="http://schemas.openxmlformats.org/officeDocument/2006/relationships/image" Target="/ppt/media/image3.png" Id="R1408811172ea4202" /><Relationship Type="http://schemas.openxmlformats.org/officeDocument/2006/relationships/notesSlide" Target="/ppt/notesSlides/notesSlide4.xml" Id="Rb3b3ef8c888a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6c3b863b84541" /><Relationship Type="http://schemas.openxmlformats.org/officeDocument/2006/relationships/image" Target="/ppt/media/image3.png" Id="R85fdb84004ac418b" /><Relationship Type="http://schemas.openxmlformats.org/officeDocument/2006/relationships/notesSlide" Target="/ppt/notesSlides/notesSlide5.xml" Id="Rf3a7e102d1c447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a9ac6e91e4087" /><Relationship Type="http://schemas.openxmlformats.org/officeDocument/2006/relationships/image" Target="/ppt/media/image3.png" Id="R7fbbf47a0a2b4d29" /><Relationship Type="http://schemas.openxmlformats.org/officeDocument/2006/relationships/notesSlide" Target="/ppt/notesSlides/notesSlide6.xml" Id="R68050b1d6d574b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5cb47cef34aef" /><Relationship Type="http://schemas.openxmlformats.org/officeDocument/2006/relationships/image" Target="/ppt/media/image3.png" Id="R1e4221e48dd8456c" /><Relationship Type="http://schemas.openxmlformats.org/officeDocument/2006/relationships/notesSlide" Target="/ppt/notesSlides/notesSlide7.xml" Id="R8da32dfd917a42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7c3e57e074973" /><Relationship Type="http://schemas.openxmlformats.org/officeDocument/2006/relationships/image" Target="/ppt/media/image3.png" Id="R51a710be45ff4660" /><Relationship Type="http://schemas.openxmlformats.org/officeDocument/2006/relationships/notesSlide" Target="/ppt/notesSlides/notesSlide8.xml" Id="R01adf54b564f49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2cebd631ab46a0" /><Relationship Type="http://schemas.openxmlformats.org/officeDocument/2006/relationships/image" Target="/ppt/media/image3.png" Id="R6bd10d4d46a644af" /><Relationship Type="http://schemas.openxmlformats.org/officeDocument/2006/relationships/notesSlide" Target="/ppt/notesSlides/notesSlide9.xml" Id="Rd0ff639a683a46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62fa189e774240" /><Relationship Type="http://schemas.openxmlformats.org/officeDocument/2006/relationships/image" Target="/ppt/media/image3.png" Id="Rd5a021ebf81c43c7" /><Relationship Type="http://schemas.openxmlformats.org/officeDocument/2006/relationships/notesSlide" Target="/ppt/notesSlides/notesSlide10.xml" Id="R9a4abdd786ff41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cdb547b6d248af" /><Relationship Type="http://schemas.openxmlformats.org/officeDocument/2006/relationships/image" Target="/ppt/media/image3.png" Id="R7985b18e1f664c8b" /><Relationship Type="http://schemas.openxmlformats.org/officeDocument/2006/relationships/image" Target="/ppt/media/image4.png" Id="R295b9351326b44cd" /><Relationship Type="http://schemas.openxmlformats.org/officeDocument/2006/relationships/notesSlide" Target="/ppt/notesSlides/notesSlide11.xml" Id="R3ae498fde22149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4af3fa1ccc4bd9" /><Relationship Type="http://schemas.openxmlformats.org/officeDocument/2006/relationships/image" Target="/ppt/media/image3.png" Id="Rea798a7340f0435b" /><Relationship Type="http://schemas.openxmlformats.org/officeDocument/2006/relationships/image" Target="/ppt/media/image5.png" Id="R47b293b7eb0145c7" /><Relationship Type="http://schemas.openxmlformats.org/officeDocument/2006/relationships/notesSlide" Target="/ppt/notesSlides/notesSlide12.xml" Id="R340053d8d5ad46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a1c951c2f4517" /><Relationship Type="http://schemas.openxmlformats.org/officeDocument/2006/relationships/image" Target="/ppt/media/image3.png" Id="R63605218682d43af" /><Relationship Type="http://schemas.openxmlformats.org/officeDocument/2006/relationships/image" Target="/ppt/media/image6.png" Id="Re4d900c4f0e54eb2" /><Relationship Type="http://schemas.openxmlformats.org/officeDocument/2006/relationships/notesSlide" Target="/ppt/notesSlides/notesSlide13.xml" Id="Ref5c1721cd4f4f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42b9693654e7f" /><Relationship Type="http://schemas.openxmlformats.org/officeDocument/2006/relationships/image" Target="/ppt/media/image3.png" Id="Rd0d26ba7f7f8469c" /><Relationship Type="http://schemas.openxmlformats.org/officeDocument/2006/relationships/image" Target="/ppt/media/image7.png" Id="Rd73cceec53f64e6d" /><Relationship Type="http://schemas.openxmlformats.org/officeDocument/2006/relationships/notesSlide" Target="/ppt/notesSlides/notesSlide14.xml" Id="R5d0846e2d98e4f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f648909e264a15" /><Relationship Type="http://schemas.openxmlformats.org/officeDocument/2006/relationships/image" Target="/ppt/media/image3.png" Id="R019e1b7720e2423f" /><Relationship Type="http://schemas.openxmlformats.org/officeDocument/2006/relationships/image" Target="/ppt/media/image8.png" Id="Rb0596f3ed8224ca9" /><Relationship Type="http://schemas.openxmlformats.org/officeDocument/2006/relationships/notesSlide" Target="/ppt/notesSlides/notesSlide15.xml" Id="Ra5f04c7577ae4e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b4f5b35bf462e" /><Relationship Type="http://schemas.openxmlformats.org/officeDocument/2006/relationships/image" Target="/ppt/media/image3.png" Id="R0858eb0fa25f4e2d" /><Relationship Type="http://schemas.openxmlformats.org/officeDocument/2006/relationships/image" Target="/ppt/media/image9.png" Id="Ra32b28c8b8244527" /><Relationship Type="http://schemas.openxmlformats.org/officeDocument/2006/relationships/notesSlide" Target="/ppt/notesSlides/notesSlide16.xml" Id="Rb7b789f1576f4c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0aa93a74647e6" /><Relationship Type="http://schemas.openxmlformats.org/officeDocument/2006/relationships/image" Target="/ppt/media/image3.png" Id="R27cb2f423408436a" /><Relationship Type="http://schemas.openxmlformats.org/officeDocument/2006/relationships/image" Target="/ppt/media/image10.png" Id="R586d65b5b2ba49bc" /><Relationship Type="http://schemas.openxmlformats.org/officeDocument/2006/relationships/notesSlide" Target="/ppt/notesSlides/notesSlide17.xml" Id="R85d3ae1b48ac42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6960782834dc1" /><Relationship Type="http://schemas.openxmlformats.org/officeDocument/2006/relationships/image" Target="/ppt/media/image3.png" Id="R94642068ff5f4258" /><Relationship Type="http://schemas.openxmlformats.org/officeDocument/2006/relationships/image" Target="/ppt/media/image11.png" Id="Rd5c1fe0d5d564778" /><Relationship Type="http://schemas.openxmlformats.org/officeDocument/2006/relationships/notesSlide" Target="/ppt/notesSlides/notesSlide18.xml" Id="R2be2ffa1766947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87f5f4c2e4cbe" /><Relationship Type="http://schemas.openxmlformats.org/officeDocument/2006/relationships/image" Target="/ppt/media/image3.png" Id="R3ce7333e63ae436e" /><Relationship Type="http://schemas.openxmlformats.org/officeDocument/2006/relationships/image" Target="/ppt/media/image12.png" Id="R41f50520b9ff42f1" /><Relationship Type="http://schemas.openxmlformats.org/officeDocument/2006/relationships/image" Target="/ppt/media/image13.png" Id="R5b438c4876184b41" /><Relationship Type="http://schemas.openxmlformats.org/officeDocument/2006/relationships/notesSlide" Target="/ppt/notesSlides/notesSlide19.xml" Id="Rca925ff8d9dd45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3b086e2fb42cc" /><Relationship Type="http://schemas.openxmlformats.org/officeDocument/2006/relationships/image" Target="/ppt/media/image3.png" Id="Ra79e77f641f34a2a" /><Relationship Type="http://schemas.openxmlformats.org/officeDocument/2006/relationships/image" Target="/ppt/media/image14.png" Id="R68ff0aa539704efe" /><Relationship Type="http://schemas.openxmlformats.org/officeDocument/2006/relationships/notesSlide" Target="/ppt/notesSlides/notesSlide20.xml" Id="R495543c738fe40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3bcb94f234d6f" /><Relationship Type="http://schemas.openxmlformats.org/officeDocument/2006/relationships/image" Target="/ppt/media/image3.png" Id="Rc3ce490a73c046fc" /><Relationship Type="http://schemas.openxmlformats.org/officeDocument/2006/relationships/image" Target="/ppt/media/image15.png" Id="R1b61bed72b7b4131" /><Relationship Type="http://schemas.openxmlformats.org/officeDocument/2006/relationships/notesSlide" Target="/ppt/notesSlides/notesSlide21.xml" Id="Rb722d0b4ddc7470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d3f85de7df41f5" /><Relationship Type="http://schemas.openxmlformats.org/officeDocument/2006/relationships/image" Target="/ppt/media/image3.png" Id="R5d24647e4f2e43d3" /><Relationship Type="http://schemas.openxmlformats.org/officeDocument/2006/relationships/image" Target="/ppt/media/image16.png" Id="R61f0584cca804b9e" /><Relationship Type="http://schemas.openxmlformats.org/officeDocument/2006/relationships/notesSlide" Target="/ppt/notesSlides/notesSlide22.xml" Id="Rf24129e885b74a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9c311c9a374365" /><Relationship Type="http://schemas.openxmlformats.org/officeDocument/2006/relationships/image" Target="/ppt/media/image3.png" Id="Ra69f4952a4b54da7" /><Relationship Type="http://schemas.openxmlformats.org/officeDocument/2006/relationships/image" Target="/ppt/media/image17.png" Id="Rc5999fc93b344f19" /><Relationship Type="http://schemas.openxmlformats.org/officeDocument/2006/relationships/notesSlide" Target="/ppt/notesSlides/notesSlide23.xml" Id="Rf895eaaa2d2749e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5c546f25f54c62" /><Relationship Type="http://schemas.openxmlformats.org/officeDocument/2006/relationships/image" Target="/ppt/media/image3.png" Id="R500da7df20a04568" /><Relationship Type="http://schemas.openxmlformats.org/officeDocument/2006/relationships/image" Target="/ppt/media/image18.png" Id="Rc72c928051084993" /><Relationship Type="http://schemas.openxmlformats.org/officeDocument/2006/relationships/notesSlide" Target="/ppt/notesSlides/notesSlide24.xml" Id="R38419c7e2e0d47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e30f600df04767" /><Relationship Type="http://schemas.openxmlformats.org/officeDocument/2006/relationships/image" Target="/ppt/media/image3.png" Id="R36e98f1b00f54426" /><Relationship Type="http://schemas.openxmlformats.org/officeDocument/2006/relationships/image" Target="/ppt/media/image19.png" Id="Rdbe8c2d182564c0e" /><Relationship Type="http://schemas.openxmlformats.org/officeDocument/2006/relationships/notesSlide" Target="/ppt/notesSlides/notesSlide25.xml" Id="R13d88fdfd96c422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74b712fe33442e" /><Relationship Type="http://schemas.openxmlformats.org/officeDocument/2006/relationships/image" Target="/ppt/media/image3.png" Id="R545c2ddad1f14c8f" /><Relationship Type="http://schemas.openxmlformats.org/officeDocument/2006/relationships/image" Target="/ppt/media/image20.png" Id="Ra0d52f65b3914456" /><Relationship Type="http://schemas.openxmlformats.org/officeDocument/2006/relationships/notesSlide" Target="/ppt/notesSlides/notesSlide26.xml" Id="R30abaa57a263438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25e30c44ba4eab" /><Relationship Type="http://schemas.openxmlformats.org/officeDocument/2006/relationships/image" Target="/ppt/media/image3.png" Id="R6ec01d4cc7aa4071" /><Relationship Type="http://schemas.openxmlformats.org/officeDocument/2006/relationships/image" Target="/ppt/media/image21.png" Id="R62e7cd9ce5fc4a7a" /><Relationship Type="http://schemas.openxmlformats.org/officeDocument/2006/relationships/image" Target="/ppt/media/image22.png" Id="R4a0099a42391476d" /><Relationship Type="http://schemas.openxmlformats.org/officeDocument/2006/relationships/notesSlide" Target="/ppt/notesSlides/notesSlide27.xml" Id="R0461a4de95764f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24d82e14794f81" /><Relationship Type="http://schemas.openxmlformats.org/officeDocument/2006/relationships/image" Target="/ppt/media/image3.png" Id="R3aae668b56a74792" /><Relationship Type="http://schemas.openxmlformats.org/officeDocument/2006/relationships/image" Target="/ppt/media/image23.png" Id="R8433d7b146694ea8" /><Relationship Type="http://schemas.openxmlformats.org/officeDocument/2006/relationships/notesSlide" Target="/ppt/notesSlides/notesSlide28.xml" Id="R8462800df65148f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05cbf80254057" /><Relationship Type="http://schemas.openxmlformats.org/officeDocument/2006/relationships/image" Target="/ppt/media/image3.png" Id="R14a718cd31794f80" /><Relationship Type="http://schemas.openxmlformats.org/officeDocument/2006/relationships/image" Target="/ppt/media/image24.png" Id="Ra99eac6cbf024139" /><Relationship Type="http://schemas.openxmlformats.org/officeDocument/2006/relationships/notesSlide" Target="/ppt/notesSlides/notesSlide29.xml" Id="Reb0468a3824b48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b1684526d4cf9" /><Relationship Type="http://schemas.openxmlformats.org/officeDocument/2006/relationships/image" Target="/ppt/media/image3.png" Id="R74e6ef86acfb4d48" /><Relationship Type="http://schemas.openxmlformats.org/officeDocument/2006/relationships/image" Target="/ppt/media/image25.png" Id="R293268bca8b2449f" /><Relationship Type="http://schemas.openxmlformats.org/officeDocument/2006/relationships/notesSlide" Target="/ppt/notesSlides/notesSlide30.xml" Id="R19a9e57b25a14d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48bd0d7df49be" /><Relationship Type="http://schemas.openxmlformats.org/officeDocument/2006/relationships/image" Target="/ppt/media/image3.png" Id="R0856a9a96c6e489d" /><Relationship Type="http://schemas.openxmlformats.org/officeDocument/2006/relationships/image" Target="/ppt/media/image26.png" Id="R0548147cd300492f" /><Relationship Type="http://schemas.openxmlformats.org/officeDocument/2006/relationships/notesSlide" Target="/ppt/notesSlides/notesSlide31.xml" Id="Rcf8d21a162ed4ea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10e556846644ad" /><Relationship Type="http://schemas.openxmlformats.org/officeDocument/2006/relationships/image" Target="/ppt/media/image3.png" Id="R79554b38cd0d40a9" /><Relationship Type="http://schemas.openxmlformats.org/officeDocument/2006/relationships/notesSlide" Target="/ppt/notesSlides/notesSlide32.xml" Id="Raa1a076b0efa42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c1e822b72492a" /><Relationship Type="http://schemas.openxmlformats.org/officeDocument/2006/relationships/image" Target="/ppt/media/image3.png" Id="Rc20a068814ad4fda" /><Relationship Type="http://schemas.openxmlformats.org/officeDocument/2006/relationships/notesSlide" Target="/ppt/notesSlides/notesSlide33.xml" Id="R5d3d6dfa23f14a8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c7a9890aaf4c87" /><Relationship Type="http://schemas.openxmlformats.org/officeDocument/2006/relationships/image" Target="/ppt/media/image3.png" Id="R9b0b96e8816b4ca1" /><Relationship Type="http://schemas.openxmlformats.org/officeDocument/2006/relationships/notesSlide" Target="/ppt/notesSlides/notesSlide34.xml" Id="Rbf607e4f1ca2401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eaddbe27642aa" /><Relationship Type="http://schemas.openxmlformats.org/officeDocument/2006/relationships/image" Target="/ppt/media/image3.png" Id="R9f41cff1e80e488a" /><Relationship Type="http://schemas.openxmlformats.org/officeDocument/2006/relationships/notesSlide" Target="/ppt/notesSlides/notesSlide35.xml" Id="Rbdde2ede338f4e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14a6560b64675" /><Relationship Type="http://schemas.openxmlformats.org/officeDocument/2006/relationships/image" Target="/ppt/media/image3.png" Id="R820ec0329a364d3a" /><Relationship Type="http://schemas.openxmlformats.org/officeDocument/2006/relationships/notesSlide" Target="/ppt/notesSlides/notesSlide36.xml" Id="R85668128418545e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34bb6f665c43d2" /><Relationship Type="http://schemas.openxmlformats.org/officeDocument/2006/relationships/image" Target="/ppt/media/image3.png" Id="R58a602ecd19f4612" /><Relationship Type="http://schemas.openxmlformats.org/officeDocument/2006/relationships/notesSlide" Target="/ppt/notesSlides/notesSlide37.xml" Id="R0d763beffe0249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F2A6B4A0-DDF5-4F46-B14B-0A3A856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09120"/>
            <a:ext cx="9144000" cy="234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1f2325fd67459e"/>
          <a:srcRect xmlns:a="http://schemas.openxmlformats.org/drawingml/2006/main" l="1036" t="0" r="0" b="0"/>
          <a:stretch xmlns:a="http://schemas.openxmlformats.org/drawingml/2006/main"/>
        </p:blipFill>
        <p:spPr>
          <a:xfrm xmlns:a="http://schemas.openxmlformats.org/drawingml/2006/main" rot="21600000">
            <a:off x="0" y="764704"/>
            <a:ext cx="4716016" cy="3524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6e76927a4470b"/>
          <a:srcRect xmlns:a="http://schemas.openxmlformats.org/drawingml/2006/main" l="21956" t="40516" r="21023" b="44641"/>
          <a:stretch xmlns:a="http://schemas.openxmlformats.org/drawingml/2006/main"/>
        </p:blipFill>
        <p:spPr>
          <a:xfrm xmlns:a="http://schemas.openxmlformats.org/drawingml/2006/main">
            <a:off x="7528235" y="98344"/>
            <a:ext cx="1498208" cy="347199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D5BE7-3517-4FCF-92C5-83857D03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31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A3535"/>
                </a:solidFill>
                <a:latin typeface="맑은 고딕"/>
                <a:ea typeface="맑은 고딕"/>
                <a:cs typeface="맑은 고딕"/>
              </a:defRPr>
            </a:pPr>
            <a:r>
              <a:rPr sz="3675" b="1">
                <a:solidFill>
                  <a:srgbClr val="9A3535"/>
                </a:solidFill>
                <a:latin typeface="맑은 고딕"/>
                <a:ea typeface="맑은 고딕"/>
                <a:cs typeface="맑은 고딕"/>
              </a:rPr>
              <a:t>응용소프트웨어 제작설계서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ECEC0-341D-4E90-8E06-9189E73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7787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>
                <a:solidFill>
                  <a:srgbClr val="77787A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E0D3C-761A-4B8E-9222-8A00BEC6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19650"/>
            <a:ext cx="638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화면 설계, 유즈케이스, 메뉴 구성, 프론트엔드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1576E-8370-4A78-ACCE-1B78D1F3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2026. 09. 05</a:t>
            </a:r>
          </a:p>
        </p:txBody>
      </p:sp>
    </p:spTree>
    <p:extLst>
      <p:ext uri="{BB962C8B-B14F-4D97-AF65-F5344CB8AC3E}">
        <p14:creationId xmlns:p14="http://schemas.microsoft.com/office/powerpoint/2010/main" val="338925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기능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76c01075d45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CC93BF4-FA13-49B7-8CFB-58A8947D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사용자의 목표와 실행을 이어가는 기능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4F4A8F-34F3-4657-972E-3A06EEA5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F22C7D-24D0-41DB-B150-E9CF5382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343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38300"/>
                <a:gridCol w="3581400"/>
                <a:gridCol w="308610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상황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하는 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확인하는 결과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목표를 정할 때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질문에 답하고 목표를 분류한 뒤 주간 초안을 승인한다.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생활 조건을 반영한 할 일과 주간 일정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실행이 끊겼을 때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결과와 원인을 남기고 다시 할 수 있는 제안을 고른다.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분량이나 시간을 바꾼 회복 계획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생각이 떠올랐을 때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인박스에 적어두고 목표나 할 일로 옮긴다.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원문을 유지한 실행 항목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방향을 정할 때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인터뷰하고 만다라트 초안을 고친다.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하위 영역과 구체적인 행동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주를 돌아볼 때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리뷰를 읽고 일정이나 습관 횟수를 조정한다.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실행에 참고할 기록과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200afb95d4f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F1F5E9-E514-4CCD-8FDA-51D2F5EC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사용자와 주요 사용 목적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B967A38-459F-49AD-B75C-66F6DE42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CF951A-2296-4745-BBCD-D68208B8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1A38D75-DFC9-4724-81D5-44939A1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743075"/>
            <a:ext cx="60388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E65044-9195-4961-AECB-3FA5FEEC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CA42-78DB-4810-A383-E1EA0E8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4D7CB4-18E2-4185-AE7D-B3E8CC9E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8122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UC-01  목표별 실행 계획</a:t>
            </a:r>
          </a:p>
        </p:txBody>
      </p:sp>
      <p:cxnSp>
        <p:nvCxnSpPr>
          <p:cNvPr id="115" name=""/>
          <p:cNvCxnSpPr>
            <a:stCxn xmlns:a="http://schemas.openxmlformats.org/drawingml/2006/main" id="85" idx="3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1657350" y="2381250"/>
            <a:ext cx="202882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798F9F8-5F97-4773-AD33-033EFD2A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5747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UC-02  궁극적 목표와 만다라트</a:t>
            </a:r>
          </a:p>
        </p:txBody>
      </p:sp>
      <p:cxnSp>
        <p:nvCxnSpPr>
          <p:cNvPr id="117" name=""/>
          <p:cNvCxnSpPr>
            <a:stCxn xmlns:a="http://schemas.openxmlformats.org/drawingml/2006/main" id="85" idx="3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1657350" y="2857500"/>
            <a:ext cx="202882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1953EB-E5DA-4CDE-BCDA-21B42D7D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3372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UC-03  집중과 결과 기록</a:t>
            </a:r>
          </a:p>
        </p:txBody>
      </p:sp>
      <p:cxnSp>
        <p:nvCxnSpPr>
          <p:cNvPr id="119" name=""/>
          <p:cNvCxnSpPr>
            <a:stCxn xmlns:a="http://schemas.openxmlformats.org/drawingml/2006/main" id="85" idx="3"/>
            <a:endCxn xmlns:a="http://schemas.openxmlformats.org/drawingml/2006/main" id="90" idx="2"/>
          </p:cNvCxnSpPr>
          <p:nvPr/>
        </p:nvCxnSpPr>
        <p:spPr>
          <a:xfrm xmlns:a="http://schemas.openxmlformats.org/drawingml/2006/main" flipV="1">
            <a:off x="1657350" y="3333750"/>
            <a:ext cx="202882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7A73485-4ECB-4157-9669-13A154C2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0997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UC-04  실패 후 회복</a:t>
            </a:r>
          </a:p>
        </p:txBody>
      </p:sp>
      <p:cxnSp>
        <p:nvCxnSpPr>
          <p:cNvPr id="121" name=""/>
          <p:cNvCxnSpPr>
            <a:stCxn xmlns:a="http://schemas.openxmlformats.org/drawingml/2006/main" id="85" idx="3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1657350" y="3810000"/>
            <a:ext cx="202882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DFDAB7-D552-4D5B-B445-C1FF963D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8622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UC-05  주간 일정과 리뷰</a:t>
            </a:r>
          </a:p>
        </p:txBody>
      </p:sp>
      <p:cxnSp>
        <p:nvCxnSpPr>
          <p:cNvPr id="123" name=""/>
          <p:cNvCxnSpPr>
            <a:stCxn xmlns:a="http://schemas.openxmlformats.org/drawingml/2006/main" id="85" idx="3"/>
            <a:endCxn xmlns:a="http://schemas.openxmlformats.org/drawingml/2006/main" id="94" idx="2"/>
          </p:cNvCxnSpPr>
          <p:nvPr/>
        </p:nvCxnSpPr>
        <p:spPr>
          <a:xfrm xmlns:a="http://schemas.openxmlformats.org/drawingml/2006/main">
            <a:off x="1657350" y="3952875"/>
            <a:ext cx="202882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37179FE-CDCC-44EE-9AFC-596267C1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6247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UC-06  인박스 기록과 전환</a:t>
            </a:r>
          </a:p>
        </p:txBody>
      </p:sp>
      <p:cxnSp>
        <p:nvCxnSpPr>
          <p:cNvPr id="125" name=""/>
          <p:cNvCxnSpPr>
            <a:stCxn xmlns:a="http://schemas.openxmlformats.org/drawingml/2006/main" id="85" idx="3"/>
            <a:endCxn xmlns:a="http://schemas.openxmlformats.org/drawingml/2006/main" id="96" idx="2"/>
          </p:cNvCxnSpPr>
          <p:nvPr/>
        </p:nvCxnSpPr>
        <p:spPr>
          <a:xfrm xmlns:a="http://schemas.openxmlformats.org/drawingml/2006/main">
            <a:off x="1657350" y="3952875"/>
            <a:ext cx="20288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632F95-D144-4AB4-9D99-715A5DBC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3872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UC-07  목표 관리와 재인터뷰</a:t>
            </a:r>
          </a:p>
        </p:txBody>
      </p:sp>
      <p:cxnSp>
        <p:nvCxnSpPr>
          <p:cNvPr id="127" name=""/>
          <p:cNvCxnSpPr>
            <a:stCxn xmlns:a="http://schemas.openxmlformats.org/drawingml/2006/main" id="85" idx="3"/>
            <a:endCxn xmlns:a="http://schemas.openxmlformats.org/drawingml/2006/main" id="98" idx="2"/>
          </p:cNvCxnSpPr>
          <p:nvPr/>
        </p:nvCxnSpPr>
        <p:spPr>
          <a:xfrm xmlns:a="http://schemas.openxmlformats.org/drawingml/2006/main">
            <a:off x="1657350" y="3952875"/>
            <a:ext cx="202882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5EBA54-14D4-4B54-A3CD-130E6F46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514975"/>
            <a:ext cx="4572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UC-08  저녁 기록과 개인 설정</a:t>
            </a:r>
          </a:p>
        </p:txBody>
      </p:sp>
      <p:cxnSp>
        <p:nvCxnSpPr>
          <p:cNvPr id="129" name=""/>
          <p:cNvCxnSpPr>
            <a:stCxn xmlns:a="http://schemas.openxmlformats.org/drawingml/2006/main" id="85" idx="3"/>
            <a:endCxn xmlns:a="http://schemas.openxmlformats.org/drawingml/2006/main" id="100" idx="2"/>
          </p:cNvCxnSpPr>
          <p:nvPr/>
        </p:nvCxnSpPr>
        <p:spPr>
          <a:xfrm xmlns:a="http://schemas.openxmlformats.org/drawingml/2006/main">
            <a:off x="1657350" y="3952875"/>
            <a:ext cx="2028825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8811172ea42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ECC8CE-DBE4-49FC-AC42-C03FF8D2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UC-01 ~ UC-02 사용 절차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FA5B46-C779-4C4B-9D30-319A8BD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937561-FA97-47CF-9D4D-F2DFC78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476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467100"/>
                <a:gridCol w="3457575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UC-01  목표를 실행 계획으로 만들기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UC-02  궁극적 목표와 만다라트 만들기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사용자와 시작 조건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처음 이용하거나 목표를 다시 정하려는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관리에서 장기적인 방향을 정하려는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사용 흐름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목표와 기한을 답한다. 집중, 유지, 보류를 정하고 고정 일정과 활동 시간을 확인한다. 큰 단계와 참고 자료를 검토한 뒤 주간 초안을 수정하고 승인한다.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 인터뷰에 답한다. 요약을 확인하고 목표를 만든다. 하위 8개 영역을 고친 뒤 세부 행동을 만들고 최종 초안을 확정한다.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후 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실행과 주간 계획에서 승인한 할 일을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가운데 목표, 하위 영역, 세부 행동을 만다라트에서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상황에서의 처리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답이 부족하면 추가 질문에 답한다. 자료를 못 찾으면 자료 없이 계속한다. 초안 생성에 실패하면 입력을 유지한 채 다시 시도한다.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다시 만들 때 직접 고친 칸을 유지한다. 생성되지 않은 칸은 빈칸으로 남기며 사용자가 보완한다.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db84004ac41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108522F-F3B8-4D13-8C60-C2726D5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UC-03 ~ UC-04 사용 절차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1C7F16-408C-4864-B6CE-E4B70EA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B64FA5-3511-4712-A318-7C59F5B6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476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467100"/>
                <a:gridCol w="3457575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UC-03  할 일을 시작하고 결과 남기기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UC-04  중단한 일을 다시 계획하기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사용자와 시작 조건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실행에 시작할 할 일이 있는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완료 또는 실패를 기록한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사용 흐름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일의 시작하기를 누른다. 집중 화면에서 시간을 확인하고 멈춤, 중단, 완료 중 현재 상황에 맞는 동작을 고른다.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실패한 경우 원인을 고른다. 복구 코치에서 분량 줄이기, 시간 옮기기, 다음으로 넘기기, 보류 중 제안을 선택한다. 변경 전후를 확인하고 반영한다.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후 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완료는 실행 기록에 남고, 잠시 멈춘 작업은 오늘 실행에서 다시 이어간다.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변경한 할 일과 시간을 확인하고 오늘 실행으로 돌아간다.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상황에서의 처리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일부만 했거나 잘 안됐으면 회복으로 이동한다. 기록 저장에 실패하면 완료로 넘기지 않고 재시도를 안내한다.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보류하거나 다음으로 넘길 때 다시 볼 날짜를 정한다. 회복 화면에 재진입해도 기존 실행 기록을 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bf47a0a2b4d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2483B3-F557-4613-A6F7-850C8B95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UC-05 ~ UC-06 사용 절차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A1D853-8197-49BF-ABDD-7695B488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1095DF-AE53-4394-8183-2049FB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476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467100"/>
                <a:gridCol w="3457575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UC-05  주간 일정과 실행 결과 검토하기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UC-06  생각을 인박스에 적고 실행으로 옮기기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사용자와 시작 조건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 또는 실행 기록이 있는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생각난 내용을 바로 남기려는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사용 흐름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계획에서 날짜를 이동하고 블록을 눌러 수정하거나 끌어서 옮긴다. 주간 리뷰에서 실행률과 회복 기록을 보고 습관 횟수 조정 제안을 검토한다.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줄로 입력해 저장한다. 분류를 확인하고 필요한 항목을 목표 또는 할 일로 전환한다. 추천 자료에서는 해볼 단계를 골라 오늘 할 일로 넣는다.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후 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수정한 일정과 다음 실행에 참고할 리뷰 내용을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원문을 유지하면서 목표 관리 또는 오늘 실행에서 이어서 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상황에서의 처리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수정 저장에 실패하면 이전 상태로 돌린다. 기록이 없는 지표는 실제 수치처럼 채우지 않는다.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당장 필요 없는 항목은 보관한다. 전환한 항목은 전환 상태를 표시해 중복 처리를 줄인다.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221e48dd845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0BE93C-A4EF-44AF-B86A-62019BB1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UC-07 ~ UC-08 사용 절차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4E0CBF-27F1-4E26-B17A-7AC4BBD7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0D25BE-95B9-4DFD-9A15-DD74B55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476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467100"/>
                <a:gridCol w="3457575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UC-07  목표를 관리하고 필요한 목표만 계획하기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UC-08  하루 결과와 개인 설정 정리하기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사용자와 시작 조건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목표의 우선순위나 내용이 달라진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오늘의 기록이나 생활 조건을 정리하려는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사용 흐름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카드를 눌러 내용을 수정하거나 분류를 바꾼다. 미계획 목표는 이 목표 계획 세우기로 별도 인터뷰를 시작한다. 여러 목표가 바뀌면 다시 인터뷰하기를 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저녁 체크인에서 미기록 작업의 결과를 고른다. 내 정보에서 활동 시간과 집중 길이를 수정하고 설정에서 말투와 알림을 조정한다.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후 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선택한 목표의 계획을 만든 뒤 목표 관리로 돌아온다.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선택한 결과를 기록하고 개인 설정을 다시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상황에서의 처리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3개, 유지 5개 한도를 넘으면 분류를 다시 조정한다. 삭제는 확인 후 진행한다.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 항목은 원인을 추가로 묻는다. 알림은 기기 권한에 따라 제한되며 서버 미지원 설정은 화면 안내를 따른다.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메뉴 구성도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710be45ff46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CEB029-F4B2-4A2D-A421-76D3935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처음 계획을 만드는 화면 순서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92F32E-0FD7-4D7F-B359-F73929A8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41ECD7-8372-47A6-8BFA-4C700EF3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C20A49-2A24-45A0-9E43-1916D68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시작 안내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5E993F-1328-4F87-900A-C44C349A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717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파악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0E6C14-F268-47A7-8344-E6E039D5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분류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279EAC-6A60-4942-9A43-C9ADDEBA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생활 조건 확인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A5CFBB-8321-4868-845E-54334A94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529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큰 단계 정리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5F4AD7C-2E07-42E8-86EF-03AC978C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529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참고 자료 확인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C303E63-AE07-4239-A8C1-A143387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529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초안 승인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91131C-8706-4C0E-B3FE-2D47FB07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FE-07</a:t>
            </a:r>
          </a:p>
        </p:txBody>
      </p:sp>
      <p:cxnSp>
        <p:nvCxnSpPr>
          <p:cNvPr id="11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230505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443865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8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72250" y="2600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9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305050" y="4581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4438650" y="4581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6572250" y="4581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22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 flipH="1">
            <a:off x="1362075" y="3028950"/>
            <a:ext cx="64008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6B6FEAA-4BDF-4DDA-B0BB-866E822B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054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재인터뷰는 기존 목표를 다시 정리할 때 사용한다. 미계획 목표는 선택한 목표만 계획한다.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메뉴 구성도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10d4d46a644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0496269-EA5D-459D-A820-2C8AC58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일상 사용 메뉴와 상세 화면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1EDF8E-E404-4E64-963A-E0139F2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288F55-A61E-4828-8F8F-B816094E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4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667000"/>
                <a:gridCol w="3638550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 메뉴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 이어지는 화면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할 일, 집중 모드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중단 원인, 복구 코치, 변경 계획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달력, 주간 리뷰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수정, 리플랜, 습관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목록과 자료 상세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전환, 할 일 전환, 자료 단계 채택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실행의 추가 메뉴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관리, 저녁 체크인,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재인터뷰, 궁극적 목표, 내 정보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관리의 장기 목표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 인터뷰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초안, 만다라트 보기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CBF208-A1BA-4937-9D28-B84950FA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821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모바일은 하단 3개 탭을 사용한다. 데스크톱은 사이드바에서 주요 화면을 바로 연다.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UI/UX 설계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021ebf81c43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26D615-0B2B-49C0-BC72-AF34993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현재 UI의 색상과 공통 사용 방식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FC3FD5C-5BDA-4527-9C1A-E82318F9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BA2E3D-3645-49B6-8FDB-05BEFF96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5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81200"/>
                <a:gridCol w="2676525"/>
                <a:gridCol w="3648075"/>
              </a:tblGrid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색상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위치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배경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#FAF6EE</a:t>
                      </a:r>
                    </a:p>
                  </a:txBody>
                  <a:tcPr marL="91440" marR="91440" marT="45720" marB="45720">
                    <a:solidFill>
                      <a:srgbClr val="FAF6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바탕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 배경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#FFFCF6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목표, 실행, 회복 카드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동작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#E26D4E / #9E472F</a:t>
                      </a:r>
                    </a:p>
                  </a:txBody>
                  <a:tcPr marL="91440" marR="91440" marT="45720" marB="45720">
                    <a:solidFill>
                      <a:srgbClr val="E26D4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시작, 승인, 회복 버튼과 강조 글자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상태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#5D9767 / #487550</a:t>
                      </a:r>
                    </a:p>
                  </a:txBody>
                  <a:tcPr marL="91440" marR="91440" marT="45720" marB="45720">
                    <a:solidFill>
                      <a:srgbClr val="E5EF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표시와 상태 글자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B901B91-1AA7-41D8-91B8-485F9729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67275"/>
            <a:ext cx="8210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글꼴은 앱의 Pretendard Variable을 사용한다. 주요 버튼은 높이 44px 이상으로 두고, 긴 내용은 가운데 영역을 스크롤해서 읽는다.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03CCFF-65DC-462D-9CB5-1B65FA6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48325"/>
            <a:ext cx="821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불러오는 중, 내용 없음, 통신 오류를 구분한다. AI 초안은 확인과 수정 후 승인하며, 저장하지 못했으면 입력을 유지하고 다시 시도할 수 있게 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5b18e1f664c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8B8ACD-9625-44EA-AD2B-E81DFF72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FE-01  목표 파악 인터뷰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055C99-2698-42DC-B5E6-9AD4FADB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B92C099-6EAA-480A-A30A-F9574BF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b9351326b44cd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처음 시작, 목표 관리의 다시 인터뷰하기, 미계획 목표의 계획 세우기.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질문, 현재 진행 단계, 답변 추천, 입력창을 표시한다. 필요한 정보가 얼마나 채워졌는지도 함께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목표와 기한, 가능한 시간 등을 직접 적거나 추천 답변을 누른다. 추가 질문에 답하며 목표를 구체화한다.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인터뷰가 끝나면 파악한 목표를 확인하고 집중, 유지, 보류로 나누는 화면으로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질문의 입력 형식에 맞춰 글, 날짜, 시간 등을 받는다. 자료 질문에서는 텍스트 파일의 내용을 읽어 입력칸에 넣는다.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6E51F3-D186-4CA3-BC78-B43642A7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98a7340f043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5D615A-3634-491B-9B28-18CCA030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FE-02  목표 분류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51D9EA-609F-495A-A0FE-E7B62F64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46AF98-1B91-4743-9E7C-C3768EC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293b7eb0145c7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파악 인터뷰를 마친 뒤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이름과 기한, 집중, 유지, 보류 분류를 카드로 표시한다. 분류별 목표 수도 함께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카드를 눌러 지금 집중할지, 가볍게 유지할지, 잠시 미룰지 정한다. 분류를 확인한 뒤 다음 단계로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목표를 중심으로 일정을 만들고 유지 목표는 함께 고려한다. 보류 목표는 일정에 넣지 않는다.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 직후에는 아직 저장 전인 목표 후보를 화면 안에서 수정한다. 기존 목표의 분류를 바꿀 때는 서버 저장 결과를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5C3E920-70C0-47F0-8F5F-3E5DF84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05218682d43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2B628F-E7C3-4DBC-B334-9CE118E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FE-03  고정 일정과 생활 조건 확인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1BC9C0-A49F-422D-AA38-E6B5AA2F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BCE39CB-BBA4-4D24-B281-093822F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900c4f0e54eb2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분류 다음 단계에서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일정, 수면과 휴식 조건, 알림 시간 등 계획에 사용할 기본 조건을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수업이나 출근처럼 이미 정해진 시간을 확인한다. 실제 생활과 다른 값을 수정하고 확인을 마친다.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반드시 비워둘 시간과 작업을 배치할 수 있는 조건을 정한 뒤 계획의 큰 그림으로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고정 일정과 시간 정책을 불러온다. 수정한 조건을 저장하고 다음 단계에서 계획 생성에 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C4AB4D-A60B-4084-990A-A3BB16B2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26ba7f7f846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1DE240-B3C7-4D83-B595-B1AFF3E9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FE-04  계획의 큰 단계 정리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50D6E2-0E04-43E9-B3F1-19EE34AD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B78357-51A8-4DF2-800E-31978516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cceec53f64e6d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생활 조건 확인 또는 목표 재인터뷰 다음에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목표를 달성하기 위한 큰 단계별 제목과 설명을 순서대로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단계의 이름과 설명을 고친다. 필요 없는 단계를 지우거나 새 단계를 추가하고 순서를 바꾼다.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어떤 순서로 목표를 진행할지 정한 뒤 참고 자료를 찾는 단계로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제목이 비어 있는 항목은 정리한다. 버튼 또는 길게 누른 뒤 끌기로 순서를 바꾸며 확정한 순서를 계획에 전달한다.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4EAB88-C419-4699-B67E-43C52296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e1b7720e242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764C9F-A959-47A8-9CAF-013B536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FE-05  참고 자료 검색과 내용 확인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1D32C7-4ED3-4DF2-BEF3-DF1DBBEF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669C13-A967-42EE-B360-DCD2224B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96f3ed8224ca9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계획의 큰 그림을 확인한 뒤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 검색어, 검색 결과 본문, 출처와 안내 메시지를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검색어를 수정하고 검색한다. 결과에서 계획에 쓸 내용을 읽고 고친 뒤 확인한다. 자료가 필요 없으면 건너뛴다.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확인한 자료 내용을 저장하고 주간 계획 초안을 만든다.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검색어는 2~200자, 결과 본문은 최대 20,000자까지 받는다. 검색 결과 없음, 이용 한도, 저작권 제한을 구분해 안내한다.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18C96F-7153-4ED4-9A60-AEBE6AC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8eb0fa25f4e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B73300-BBB7-49E8-AA8E-F9874315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FE-06  주간 계획 초안 수정과 승인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0B0925-1F8B-41A6-BDD0-60A3A5E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C33AD3-AFEF-4660-B9D4-A211EAA8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b28c8b8244527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목표와 생활 조건, 큰 단계, 참고 자료 확인을 마친 뒤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날짜별 일정 블록, 기존 일정과 새로 추가한 일정, 분야별 소요 시간을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블록을 눌러 내용을 고치거나 끌어서 시간을 옮긴다. 직접 블록을 추가할 수 있다. 계획을 확인한 뒤 이대로 시작을 누른다.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승인한 초안을 실제 계획으로 저장하고 오늘 실행에서 사용할 수 있게 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단계와 승인 단계를 나눈다. 승인 중에는 반복 요청을 막고, 초안이 만료됐으면 새로 생성하도록 안내한다.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3B2441-A92D-4FA1-B2D4-01848AC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b2f42340843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2B5E5D-B6DD-4B04-8401-0E737A4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FE-07  오늘 할 일과 습관 확인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C33365-5F10-4186-88DC-2C62C4E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0F451C-989C-462D-A271-508F06CB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d65b5b2ba49bc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계획 승인 후 또는 하단 오늘 실행 탭에서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할 일, 고정 일정, 시간순 할 일, 추적 습관을 보여준다. 하루 브리프에서 오늘의 방향과 첫걸음을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할 일의 시작하기를 눌러 집중 모드로 들어간다. 다른 할 일의 결과를 기록하거나 습관을 실천한 뒤 체크한다.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작업을 시작하고 나머지 일정도 함께 확인한다. 습관은 이번 주 목표 횟수와 완료 횟수로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중인 작업을 우선 보여주고 나머지는 우선순위와 시작 시간을 참고한다. 예정 시간이 남으면 시작까지 남은 시간을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731F9DC-CE3B-41A9-B536-EC9F3C1B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42068ff5f42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833411-6DFE-40B0-B967-809CEF60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FE-08  집중 시간 측정과 실행 기록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B50472-B8D6-462F-A302-01E0A96B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F33B57-7166-40E3-A950-2FA8440B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1fe0d5d564778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실행에서 할 일을 시작하거나 멈춰둔 작업을 이어서 시작한다.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이름, 집중 시간, 진행 상태와 멈춤, 중단, 완료 버튼을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중 잠깐 쉬려면 멈춤을 누른다. 끝냈으면 완료를 누르고 더 진행하기 어렵다면 중단에서 상황을 고른다.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완료한 작업은 결과를 저장한다. 잠시 멈춘 작업은 시간을 유지하고 다시 이어서 할 수 있다.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실행을 시작할 때 받은 실행 번호로 이후 기록을 묶는다. 진행 시간과 미완료 저장 요청을 보관해 재진입과 재시도에 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29ABF6-8F56-4532-9C85-FB09A967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7333e63ae43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9D5D7FF-83C6-40A2-8AA0-72813CA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FE-09  중단 상황과 실패 원인 선택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B617FB-795B-46E3-A610-8999AFD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17A79F-9581-45B6-8701-9EA2E03D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50520b9ff42f1"/>
          <a:stretch xmlns:a="http://schemas.openxmlformats.org/drawingml/2006/main"/>
        </p:blipFill>
        <p:spPr>
          <a:xfrm xmlns:a="http://schemas.openxmlformats.org/drawingml/2006/main">
            <a:off x="419461" y="1885950"/>
            <a:ext cx="1866178" cy="4038600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38c4876184b41"/>
          <a:stretch xmlns:a="http://schemas.openxmlformats.org/drawingml/2006/main"/>
        </p:blipFill>
        <p:spPr>
          <a:xfrm xmlns:a="http://schemas.openxmlformats.org/drawingml/2006/main">
            <a:off x="2381611" y="1885950"/>
            <a:ext cx="1866178" cy="403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8" name=""/>
          <p:cNvGraphicFramePr/>
          <p:nvPr/>
        </p:nvGraphicFramePr>
        <p:xfrm>
          <a:off xmlns:a="http://schemas.openxmlformats.org/drawingml/2006/main" x="4438650" y="1847850"/>
          <a:ext xmlns:a="http://schemas.openxmlformats.org/drawingml/2006/main" cx="4286250" cy="4400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28650"/>
                <a:gridCol w="365760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화면에서 중단을 누른다.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상황을 고른다. 실패라면 원인 1~2개를 선택하고 필요하면 짧은 메모와 부담 정도를 남긴다.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기록하고 복구안 보기를 누르면 실행 결과와 실패 원인을 저장한 뒤 복구 코치로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 정지는 실패로 기록하지 않는다. 실패 원인을 하나도 고르지 않았으면 저장 버튼을 잠근다. 메모는 최대 300자까지 받는다.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F8FB77-1702-495F-B27E-304A0B66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e77f641f34a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1BE139-DADF-449C-A4AC-08F6C0AA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FE-10  복구 방법 선택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23754D-003E-4E80-A504-5C781B96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E81465-FFF2-43C4-9902-5081D411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f0aa539704efe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완료 또는 실패 기록을 남긴 뒤 복구 코치로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막힌 작업과 회복 제안을 보여준다. 제안별 변경 내용, 최소 실행 시간, 추천 이유를 확인할 수 있다.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분량 줄이기, 시간 옮기기, 다음으로 넘기기, 보류에 해당하는 제안을 고른다. 이 방법으로를 눌러 선택을 저장한다.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선택한 제안을 바탕으로 변경 전후 일정을 확인하는 화면으로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실행 번호로 회복을 요청한다. 같은 종류의 제안은 중복 표시하지 않는다. 보류와 이월은 다시 볼 날짜와 시간을 함께 받는다.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8F5F0B0-D840-4B42-BDEB-9B762CEF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e490a73c046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D92A58F-152B-4B28-BF97-97928340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FE-11  변경된 계획 확인과 반영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5BF0C61-F47D-4EC8-A0C3-642D85A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FAFDD9-E23E-45A9-A34F-B84D268B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1bed72b7b4131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코치에서 제안을 선택한 뒤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작업과 변경할 작업, 새 시간, 이번 세션에서 회복을 선택한 횟수를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줄어든 분량이나 옮겨진 시간을 확인하고 하단 확인 버튼을 누른다.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요청이 끝나면 오늘 실행으로 돌아가 변경된 계획을 이어서 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서버에서 변경 전후 내용을 조회하고 실행 번호로 최종 반영을 요청한다. 반영에 실패하면 이 화면을 유지하고 다시 시도할 수 있게 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68B8EA-1274-4DAD-BD62-EE74ECE8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4647e4f2e43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318447-5BDD-4C19-97B3-668220A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FE-12  주간 일정 조회와 이동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5DC9C1-36EF-4227-9791-98AA5C02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C79FA9-D20C-4D81-A126-8C44BE94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0584cca804b9e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하단 주간 계획 탭에서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날짜와 시간 축에 일정 블록을 배치한다. 분야별 색으로 작업을 구분하고 겹친 시간의 블록도 나누어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주와 날짜를 바꾸어 일정을 확인한다. 블록을 눌러 수정하거나 끌어서 15분 단위로 이동한다. 필요하면 리플랜을 요청한다.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바꾼 일정이 주간 달력에 반영된다. 주간 리뷰로 전환하면 실행 결과를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드래그한 위치를 시간으로 환산해 저장한다. 서버가 수정을 거절하면 이전 위치로 되돌리고 오류를 안내한다.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526E6E-044E-4DAF-B7F6-BC0841D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f4952a4b54d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DDC848-752F-435C-8E07-0EDE3E10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FE-13  주간 실행 결과와 습관 조정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B3E0D79-27CF-457A-99FC-ACFC6EF3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C3250F-D623-49CC-B99C-F862C110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99fc93b344f19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계획에서 주간 리뷰로 전환한다.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실행률, 회복률, 재시작 성공률과 반복 실패 등 기록에 있는 값을 보여준다. 만다라트 관련 기록과 습관 조정 제안도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주를 선택해 결과를 읽는다. 습관을 계속 지키기 어렵다면 권장 횟수로 줄이거나 기존 목표를 유지한다.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지난 실행에서 어려웠던 점을 확인하고 다음 실행 조건을 조정한다.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값이 없는 지표는 임의 수치로 채우지 않는다. 습관의 최근 3주 기록을 근거로 내려온 횟수 조정 제안을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2FE4C5-8614-420A-A2AA-C405AD8E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da7df20a045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58A29A-915D-4715-980B-3D6CD392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FE-14  인박스 기록과 목표 전환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1007453-03CA-428B-968B-0EBA3112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E21AE6-9740-4A14-9D62-B622F7D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c928051084993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하단 인박스 탭에서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 적은 내용, 분류, 처리 상태를 목록으로 보여준다. 추천 자료와 코칭 내용은 해당 응답이 있을 때 함께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생각난 내용을 한 줄로 저장하고 분류를 확인한다. 필요한 항목을 목표 또는 할 일로 바꾸거나 보관한다.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목표는 목표 관리에서, 할 일은 오늘 실행에서 이어서 사용한다. 추천 자료의 실행 단계도 오늘 할 일로 가져올 수 있다.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원문과 전환 대상을 함께 유지한다. 자료 단계의 채택 요청에는 항목과 단계 번호를 사용해 중복 추가를 막는다.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2319B9-DABB-4A99-9DF9-569FB868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98f1b00f544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500074-31C8-4946-B6F1-9300C91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FE-15  목표 수정과 목표별 계획 시작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6A645A-5388-4610-9FDF-60EEBA21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755281D-FE34-4986-B7B6-7C684319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8c2d182564c0e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실행의 메뉴 또는 데스크톱 사이드바에서 목표 관리를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집중, 유지, 보류 목표와 분류별 개수, 기한, 우선순위를 표시한다. 아직 계획이 없는 목표에는 미계획을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카드를 눌러 목표를 수정한다. 미계획 목표의 이 목표 계획 세우기로 해당 목표만 인터뷰하거나 전체 목표를 다시 인터뷰한다.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달라진 목표를 관리하고 필요한 목표의 계획만 추가할 수 있다. 궁극적 목표 만다라트도 여기서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집중은 최대 3개, 유지는 최대 5개로 제한한다. 목표별 계획 시작 시 선택한 목표 번호를 전달하고 끝나면 목표 관리로 돌아온다.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26A5EB-3C3C-43CA-B20B-55A5DE97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c2ddad1f14c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DC02D2-8876-4760-BB5C-4CA8EAB4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FE-16  궁극적 목표 인터뷰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979B2C-0BCC-4008-8D2F-4CB64522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2A9F133-D58B-466A-81C6-AB8B991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52f65b3914456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관리의 궁극적 목표 세우기 또는 다시 세우기에서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장기적으로 원하는 모습과 이유를 묻는 대화, 답변창, 인터뷰 진행 상태를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어떤 사람이 되고 싶은지, 왜 중요한지 등을 답한다. 인터뷰를 마친 뒤 요약한 궁극적 목표를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만든 뒤 하위 영역과 세부 행동을 정하는 만다라트 초안으로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계획 인터뷰와 다른 종류의 세션을 사용한다. 장기 목표 요약으로 궁극적 목표를 만든 뒤 그 목표 번호로 초안을 요청한다.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854E76-0A5E-48E0-AB3F-D3ADB95C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01d4cc7aa40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D86611-18A2-422B-BFBA-DD975FF8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FE-17  만다라트 하위 영역과 행동 확정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350175-62BE-410B-940E-49D15EE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3E49CC-159A-4561-A3B0-92012A66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7cd9ce5fc4a7a"/>
          <a:stretch xmlns:a="http://schemas.openxmlformats.org/drawingml/2006/main"/>
        </p:blipFill>
        <p:spPr>
          <a:xfrm xmlns:a="http://schemas.openxmlformats.org/drawingml/2006/main">
            <a:off x="419461" y="1885950"/>
            <a:ext cx="1866178" cy="4038600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099a42391476d"/>
          <a:stretch xmlns:a="http://schemas.openxmlformats.org/drawingml/2006/main"/>
        </p:blipFill>
        <p:spPr>
          <a:xfrm xmlns:a="http://schemas.openxmlformats.org/drawingml/2006/main">
            <a:off x="2381611" y="1885950"/>
            <a:ext cx="1866178" cy="40386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8" name=""/>
          <p:cNvGraphicFramePr/>
          <p:nvPr/>
        </p:nvGraphicFramePr>
        <p:xfrm>
          <a:off xmlns:a="http://schemas.openxmlformats.org/drawingml/2006/main" x="4438650" y="1847850"/>
          <a:ext xmlns:a="http://schemas.openxmlformats.org/drawingml/2006/main" cx="4286250" cy="4400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28650"/>
                <a:gridCol w="365760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만든 뒤 또는 아직 만다라트가 없는 목표에서 초안을 만든다.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이름을 고친 뒤 세부 행동을 생성한다. 필요한 칸을 직접 수정하거나 특정 영역만 다시 만들고 이대로 확정을 누른다.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확정한 중심 목표, 하위 영역과 행동이 만다라트에 남는다.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전 편집본을 기기에 보관해 돌아와도 이어서 수정한다. 일부만 다시 만들 때 직접 고친 칸을 유지하며 빈칸을 임의로 채우지 않는다.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5655BA-91B0-4C17-8349-C3F435F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e668b56a747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D43DAC-CBEB-4D1B-9640-044C7F96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FE-18  만다라트 진행 확인과 실행 연결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79E8B7-C068-47E5-97BC-861A9B6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C67411-8969-40FA-8B91-A67C6674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3d7b146694ea8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초안 확정 후 또는 목표 관리의 만다라트 보기에서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 목표와 8개 하위 영역을 보여준다. 영역을 누르면 세부 행동을 열며 3×3, 전체, 목록 보기를 선택할 수 있다.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행동을 고치거나 완료로 표시한다. 반복할 행동은 습관으로 연결하고 집중할 영역은 별도 목표로 올린다.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완료 정도와 얼마나 여러 칸에 착수했는지를 구분해서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 1개, 영역 8개, 세부 행동 최대 64개의 관계로 관리한다. 칸 수정 후 전체 데이터를 다시 읽어 진행 수치를 맞춘다.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64BBB0-9FDA-47C2-AD74-AF72BA6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718cd31794f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FFD831-13EC-4435-A69F-9146B1E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FE-19  저녁 체크인으로 결과 모아 기록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396F5E-1E6B-4E81-85EF-B1E7E1A3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CC18DF-63CB-4B60-BC10-6D639AB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eac6cbf024139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실행의 메뉴에서 저녁 체크인을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 3일 중 결과를 아직 정리하지 않은 작업을 보여준다. 했어요, 일부만, 잘 안됐어요, 더 했어요로 결과를 고른다.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확인할 작업마다 결과를 선택하고 기록한다. 실패 원인이 필요한 항목은 다음 단계에서 원인을 추가로 고른다.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낮에 놓친 실행 결과를 모아 남기고 다음 일정을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선택한 항목만 한 번에 전송한다. 서버가 원인 입력을 요구한 실행 번호를 받아 해당 항목만 차례로 추가 기록한다.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1301F6-4550-4F8B-8DA2-5F12C4B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6ef86acfb4d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32C3DB-8178-476F-BD39-1D6DE657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FE-20  말투와 알림, 개인정보 설정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D20400C-FE07-4ACB-A945-697D8AC9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D4A2C2-A644-47FA-BF98-14C4A66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268bca8b2449f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실행의 메뉴 또는 데스크톱 사이드바에서 설정을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말투 선택, 푸시 알림, 개인정보 동의, 내 정보, 재인터뷰와 로그아웃 메뉴를 표시한다.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선호하는 말투를 고르고 알림 권한을 설정한다. 개인정보 관련 동의를 확인하고 계정 정리 작업은 확인창을 거친다.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개인에게 맞는 안내 방식으로 조정하고 필요한 개인 정보 화면으로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서버가 지원하지 않는 설정은 저장 완료로 단정하지 않는다. 네이티브 푸시 준비 여부와 브라우저 권한에 따라 알림 사용을 제한한다.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666830-5AFB-4952-BB94-F86A9F1C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6a9a96c6e48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A59270-8688-4A50-ACD9-F0CCEC5A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FE-21  생활 시간과 집중 조건 수정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C72246-C60A-4835-B9F3-007889DD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4D9A97-49B9-49B8-B053-80B640C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8147cd300492f"/>
          <a:stretch xmlns:a="http://schemas.openxmlformats.org/drawingml/2006/main"/>
        </p:blipFill>
        <p:spPr>
          <a:xfrm xmlns:a="http://schemas.openxmlformats.org/drawingml/2006/main">
            <a:off x="490470" y="1809750"/>
            <a:ext cx="1971810" cy="426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6" name=""/>
          <p:cNvGraphicFramePr/>
          <p:nvPr/>
        </p:nvGraphicFramePr>
        <p:xfrm>
          <a:off xmlns:a="http://schemas.openxmlformats.org/drawingml/2006/main" x="2724150" y="1847850"/>
          <a:ext xmlns:a="http://schemas.openxmlformats.org/drawingml/2006/main" cx="600075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535305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화면과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설정의 내 정보 또는 데스크톱 메뉴에서 진입한다.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집중이 잘되는 시간대, 집중 길이, 활동 시간, 회복 말투, 알림 빈도와 최소 회복 단위를 보여준다.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생활에 맞게 값을 수정하고 저장한다. 쉬어도 되는지와 다시 시작할 최소 시간도 선택한다.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계획과 회복에 참고할 개인 조건을 최신 상태로 유지한다.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88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프로필 정보를 조회해 입력값을 채우고 변경 내용을 저장한다. 저장 실패 시 오류를 보여주며 수정 내용을 다시 확인할 수 있게 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85C3B9-E08F-4142-9DC8-14A1BC9D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실제 UI, 시연용 예시 데이터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 설계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54b38cd0d40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952C74-C13B-4B6E-A4AF-F467EA9D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 구성과 데이터 처리 역할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4A0773-44F0-46BB-80B7-DC5532FD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5ED3C49-0B6B-429E-9019-1DF58C6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3162300"/>
                <a:gridCol w="3190875"/>
              </a:tblGrid>
              <a:tr h="722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담당하는 처리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화면에 미치는 영향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22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AppShell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로그인과 계정 정보를 확인하고 시작 화면을 결정한다.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처음 설정 중인 사용자는 필요한 단계로 들어간다.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ReActionMerged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선택한 화면, 작업과 실행 번호, 목표 번호를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집중과 회복, 목표 인터뷰 사이에서 같은 대상을 유지한다.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Screen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입력값, 로딩, 오류, 편집 상태와 버튼 동작을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입력한 내용을 보고 수정한 뒤 저장한다.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api.ts / types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주소와 응답 형식, 인증, 오류 처리를 모은다.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결과를 확인하고 오류를 화면에 전달한다.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컴포넌트 / CSS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버튼, 입력창, 안내창, 색상과 크기를 재사용한다.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어느 화면에서도 같은 방식으로 입력하고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흐름도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068814ad4f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6D6046-E6A0-4EFD-A825-8B5E46D7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인터뷰와 주간 계획의 승인 흐름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6AA9435-CFCA-473F-BBD0-1D6E190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F9ECE7-43DC-4AD1-B0CB-11F7B7D5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AEFE7F-F108-4CA5-877A-5C0A969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1  질문과 답변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부족한 정보 추가 입력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EC28E8-042D-4A3B-A51E-742CB45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76450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2  목표 후보 분류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집중, 유지, 보류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0FCC2A-0CBC-4A33-B8C8-5FBADC9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3  계획 조건 확인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생활 시간, 단계, 자료</a:t>
            </a:r>
          </a:p>
        </p:txBody>
      </p:sp>
      <p:cxnSp>
        <p:nvCxnSpPr>
          <p:cNvPr id="107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2971800" y="246221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08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5848350" y="246221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30D8896-8DDA-404C-B3ED-F6F7AAEE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95725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4  주간 초안 생성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아직 확정하지 않은 계획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2060C61-CC23-4391-9E71-00ECFF9E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95725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5  사용자 수정과 승인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블록, 시간, 분량 확인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83033F0-AE90-415C-B148-A74501B0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95725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6  저장 결과 확인</a:t>
            </a:r>
          </a:p>
          <a:p xmlns:a="http://schemas.openxmlformats.org/drawingml/2006/main">
            <a:pPr algn="ctr"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실행에서 시작</a:t>
            </a:r>
          </a:p>
        </p:txBody>
      </p:sp>
      <p:cxnSp>
        <p:nvCxnSpPr>
          <p:cNvPr id="112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2971800" y="42814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5848350" y="42814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85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 flipH="1">
            <a:off x="1695450" y="2847975"/>
            <a:ext cx="57531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E2DDA6-5844-4EC0-8AE1-AB3CEEE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48275"/>
            <a:ext cx="82010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후보와 계획 초안은 승인 전까지 수정할 수 있다. 생성과 저장 요청을 구분하고, 실패하면 다음 화면으로 넘기지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소스코드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b96e8816b4c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339AEC2-0F15-4324-8B79-BBC950D2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 중단 이후 기록과 회복의 처리 순서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F5EEA59-9570-4163-9315-CE9FB2DB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A437F3-F17F-4DCF-91F1-5D31046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5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32289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6257925"/>
              </a:tblGrid>
              <a:tr h="6457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프론트엔드에서 처리하는 내용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6457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실행 기록 확인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시작할 때 받은 executionId를 사용한다. 회복 화면에 다시 들어가도 기존 실행 번호를 재사용한다.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결과와 원인 저장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완료 또는 실패 결과를 남긴다. 실패면 선택한 원인을 같은 실행 번호에 저장한다.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회복 제안과 선택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저장이 끝난 후 회복 제안을 조회한다. 사용자가 선택한 제안을 저장하고 변경 전후를 불러온다.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변경 최종 반영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번호를 기준으로 승인 요청을 보내고, 성공해야 오늘 실행으로 이동한다.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E76468-E22B-4919-9207-A983EAC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7981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A7C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174A7C"/>
                </a:solidFill>
                <a:latin typeface="맑은 고딕"/>
                <a:ea typeface="맑은 고딕"/>
                <a:cs typeface="맑은 고딕"/>
              </a:rPr>
              <a:t>await replanApi.approve(executionId, `replan-${executionId}`);</a:t>
            </a:r>
          </a:p>
          <a:p xmlns:a="http://schemas.openxmlformats.org/drawingml/2006/main">
            <a:pPr>
              <a:defRPr sz="1575" b="0">
                <a:solidFill>
                  <a:srgbClr val="174A7C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174A7C"/>
                </a:solidFill>
                <a:latin typeface="맑은 고딕"/>
                <a:ea typeface="맑은 고딕"/>
                <a:cs typeface="맑은 고딕"/>
              </a:rPr>
              <a:t>onDone();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CDAA83-8857-4964-AE11-C709DBD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10275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같은 실행의 반영 요청에는 같은 키를 사용한다. 재시도 때문에 계획이 여러 번 바뀌는 일을 막는다.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프로그램 목록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1cff1e80e48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39E039-EA31-46C4-BFC8-AEB69F3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화면과 구현 파일 대응 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A2490C-142F-4EA7-8A3A-5571F4F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8652ED-5F8A-4FD4-AC91-0C3EB56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4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029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00125"/>
                <a:gridCol w="3457575"/>
                <a:gridCol w="3848100"/>
              </a:tblGrid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파일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FE-01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파악 인터뷰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GoalIntakeScreen.tsx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FE-02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GoalClassificationScreen.tsx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FE-03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일정과 생활 조건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SetupScreen.tsx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FE-04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계획의 큰 단계 정리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MilestoneConfirmScreen.tsx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FE-05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 자료 검색과 내용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MaterialsSearchScreen.tsx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FE-06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 초안 수정과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WeeklyPlanGenerationScreen.tsx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FE-07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할 일과 습관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TodayScreen.tsx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FE-08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시간 측정과 실행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FocusScreen.tsx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FE-09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중단 상황과 실패 원인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FocusScreen.tsx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FE-10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방법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RecoveryScreen.tsx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FE-11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변경된 계획 확인과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RecoveredScreen.tsx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7D38B7-5EEE-4C68-871D-DCF8C29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81700"/>
            <a:ext cx="813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파일 위치: src/screens/  /  화면 ID는 이 제작설계서의 참조 번호다.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프로그램 목록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ec0329a364d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182DC4-F646-4CAA-94CE-69E0A5A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화면과 구현 파일 대응 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FB798D5-B583-40F0-A088-196EFF9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DA7081-72DA-4180-9233-4B0E8B91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4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029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00125"/>
                <a:gridCol w="3457575"/>
                <a:gridCol w="3848100"/>
              </a:tblGrid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파일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FE-12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일정 조회와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WeeklyCalendarScreen.tsx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FE-13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실행 결과와 습관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WeeklyReviewScreen.tsx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FE-14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 기록과 목표 전환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InboxScreen.tsx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FE-15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수정과 목표별 계획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GoalsScreen.tsx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FE-16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 인터뷰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UltimateGoalInterviewScreen.tsx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FE-17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하위 영역과 행동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MandalaDraftScreen.tsx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FE-18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진행 확인과 실행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MandalaScreen.tsx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FE-19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저녁 체크인으로 결과 모아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EveningCheckInScreen.tsx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FE-20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말투와 알림, 개인정보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SettingsScreen.tsx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62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FE-21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생활 시간과 집중 조건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MyInfoScreen.tsx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6609567-5E43-457B-AA8E-C6452CA5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81700"/>
            <a:ext cx="813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파일 위치: src/screens/  /  화면 ID는 이 제작설계서의 참조 번호다.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 범위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8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602ecd19f46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6751A2-B7AE-4577-8701-57C63FB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현재 사용 범위와 남은 기능 구분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2216E5B-2B12-444B-84A4-60998AED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B761E32-FFE0-4AB1-B225-FFAC7973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9636D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419100" y="1838325"/>
          <a:ext xmlns:a="http://schemas.openxmlformats.org/drawingml/2006/main" cx="83058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419475"/>
                <a:gridCol w="345757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구현한 범위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남아 있는 내용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 자료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검색어와 결과 본문을 고친 뒤 계획에 반영한다.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도서와 영상 목록을 단계별로 고르는 별도 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일정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조회, 블록 수정과 시간 이동, 리플랜을 제공한다.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달력에서 일정 삭제와 끝난 목표 정리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후속 계획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확정과 실행 연결, 리뷰의 후속 제안을 제공한다.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재구성 전 영향 확인과 다음 2주 영역 계획 흐름 보완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설정과 알림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말투, 동의, 알림과 프로필 입력 화면을 제공한다.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미지원 설정의 저장과 네이티브 푸시 지원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계획 대화 수정</a:t>
                      </a:r>
                    </a:p>
                  </a:txBody>
                  <a:tcPr marL="91440" marR="91440" marT="45720" marB="45720">
                    <a:solidFill>
                      <a:srgbClr val="F0F3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초안을 직접 수정하고 목표를 다시 인터뷰한다.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대화만으로 이미 만든 계획을 수정하는 기능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2026-09-05T00:03:29.4070000Z</dcterms:created>
  <dcterms:modified xsi:type="dcterms:W3CDTF">2026-09-05T00:03:29.4070000Z</dcterms:modified>
</coreProperties>
</file>